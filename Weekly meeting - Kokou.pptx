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ink/ink1.xml" ContentType="application/inkml+xml"/>
  <Override PartName="/ppt/notesSlides/notesSlide3.xml" ContentType="application/vnd.openxmlformats-officedocument.presentationml.notesSlide+xml"/>
  <Override PartName="/ppt/ink/ink2.xml" ContentType="application/inkml+xml"/>
  <Override PartName="/ppt/notesSlides/notesSlide4.xml" ContentType="application/vnd.openxmlformats-officedocument.presentationml.notesSlide+xml"/>
  <Override PartName="/ppt/ink/ink3.xml" ContentType="application/inkml+xml"/>
  <Override PartName="/ppt/notesSlides/notesSlide5.xml" ContentType="application/vnd.openxmlformats-officedocument.presentationml.notesSlide+xml"/>
  <Override PartName="/ppt/ink/ink4.xml" ContentType="application/inkml+xml"/>
  <Override PartName="/ppt/notesSlides/notesSlide6.xml" ContentType="application/vnd.openxmlformats-officedocument.presentationml.notesSlide+xml"/>
  <Override PartName="/ppt/ink/ink5.xml" ContentType="application/inkml+xml"/>
  <Override PartName="/ppt/notesSlides/notesSlide7.xml" ContentType="application/vnd.openxmlformats-officedocument.presentationml.notesSlide+xml"/>
  <Override PartName="/ppt/ink/ink6.xml" ContentType="application/inkml+xml"/>
  <Override PartName="/ppt/notesSlides/notesSlide8.xml" ContentType="application/vnd.openxmlformats-officedocument.presentationml.notesSlide+xml"/>
  <Override PartName="/ppt/ink/ink7.xml" ContentType="application/inkml+xml"/>
  <Override PartName="/ppt/notesSlides/notesSlide9.xml" ContentType="application/vnd.openxmlformats-officedocument.presentationml.notesSlide+xml"/>
  <Override PartName="/ppt/ink/ink8.xml" ContentType="application/inkml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10.xml" ContentType="application/vnd.openxmlformats-officedocument.presentationml.notesSlide+xml"/>
  <Override PartName="/ppt/ink/ink9.xml" ContentType="application/inkml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notesSlides/notesSlide11.xml" ContentType="application/vnd.openxmlformats-officedocument.presentationml.notesSlide+xml"/>
  <Override PartName="/ppt/ink/ink10.xml" ContentType="application/inkml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notesSlides/notesSlide12.xml" ContentType="application/vnd.openxmlformats-officedocument.presentationml.notesSlide+xml"/>
  <Override PartName="/ppt/ink/ink11.xml" ContentType="application/inkml+xml"/>
  <Override PartName="/ppt/notesSlides/notesSlide13.xml" ContentType="application/vnd.openxmlformats-officedocument.presentationml.notesSlide+xml"/>
  <Override PartName="/ppt/ink/ink12.xml" ContentType="application/inkml+xml"/>
  <Override PartName="/ppt/notesSlides/notesSlide14.xml" ContentType="application/vnd.openxmlformats-officedocument.presentationml.notesSlide+xml"/>
  <Override PartName="/ppt/ink/ink13.xml" ContentType="application/inkml+xml"/>
  <Override PartName="/ppt/notesSlides/notesSlide15.xml" ContentType="application/vnd.openxmlformats-officedocument.presentationml.notesSlide+xml"/>
  <Override PartName="/ppt/ink/ink14.xml" ContentType="application/inkml+xml"/>
  <Override PartName="/ppt/notesSlides/notesSlide16.xml" ContentType="application/vnd.openxmlformats-officedocument.presentationml.notesSlide+xml"/>
  <Override PartName="/ppt/ink/ink15.xml" ContentType="application/inkml+xml"/>
  <Override PartName="/ppt/notesSlides/notesSlide17.xml" ContentType="application/vnd.openxmlformats-officedocument.presentationml.notesSlide+xml"/>
  <Override PartName="/ppt/ink/ink16.xml" ContentType="application/inkml+xml"/>
  <Override PartName="/ppt/notesSlides/notesSlide18.xml" ContentType="application/vnd.openxmlformats-officedocument.presentationml.notesSlide+xml"/>
  <Override PartName="/ppt/ink/ink17.xml" ContentType="application/inkml+xml"/>
  <Override PartName="/ppt/notesSlides/notesSlide19.xml" ContentType="application/vnd.openxmlformats-officedocument.presentationml.notesSlide+xml"/>
  <Override PartName="/ppt/ink/ink18.xml" ContentType="application/inkml+xml"/>
  <Override PartName="/ppt/notesSlides/notesSlide20.xml" ContentType="application/vnd.openxmlformats-officedocument.presentationml.notesSlide+xml"/>
  <Override PartName="/ppt/ink/ink19.xml" ContentType="application/inkml+xml"/>
  <Override PartName="/ppt/notesSlides/notesSlide21.xml" ContentType="application/vnd.openxmlformats-officedocument.presentationml.notesSlide+xml"/>
  <Override PartName="/ppt/ink/ink20.xml" ContentType="application/inkml+xml"/>
  <Override PartName="/ppt/notesSlides/notesSlide22.xml" ContentType="application/vnd.openxmlformats-officedocument.presentationml.notesSlide+xml"/>
  <Override PartName="/ppt/ink/ink21.xml" ContentType="application/inkml+xml"/>
  <Override PartName="/ppt/notesSlides/notesSlide23.xml" ContentType="application/vnd.openxmlformats-officedocument.presentationml.notesSlide+xml"/>
  <Override PartName="/ppt/ink/ink22.xml" ContentType="application/inkml+xml"/>
  <Override PartName="/ppt/notesSlides/notesSlide24.xml" ContentType="application/vnd.openxmlformats-officedocument.presentationml.notesSlide+xml"/>
  <Override PartName="/ppt/ink/ink23.xml" ContentType="application/inkml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drawings/drawing1.xml" ContentType="application/vnd.openxmlformats-officedocument.drawingml.chartshapes+xml"/>
  <Override PartName="/ppt/notesSlides/notesSlide25.xml" ContentType="application/vnd.openxmlformats-officedocument.presentationml.notesSlide+xml"/>
  <Override PartName="/ppt/ink/ink24.xml" ContentType="application/inkml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drawings/drawing2.xml" ContentType="application/vnd.openxmlformats-officedocument.drawingml.chartshapes+xml"/>
  <Override PartName="/ppt/notesSlides/notesSlide26.xml" ContentType="application/vnd.openxmlformats-officedocument.presentationml.notesSlide+xml"/>
  <Override PartName="/ppt/ink/ink25.xml" ContentType="application/inkml+xml"/>
  <Override PartName="/ppt/notesSlides/notesSlide27.xml" ContentType="application/vnd.openxmlformats-officedocument.presentationml.notesSlide+xml"/>
  <Override PartName="/ppt/ink/ink26.xml" ContentType="application/inkml+xml"/>
  <Override PartName="/ppt/notesSlides/notesSlide28.xml" ContentType="application/vnd.openxmlformats-officedocument.presentationml.notesSlide+xml"/>
  <Override PartName="/ppt/ink/ink27.xml" ContentType="application/inkml+xml"/>
  <Override PartName="/ppt/notesSlides/notesSlide29.xml" ContentType="application/vnd.openxmlformats-officedocument.presentationml.notesSlide+xml"/>
  <Override PartName="/ppt/ink/ink28.xml" ContentType="application/inkml+xml"/>
  <Override PartName="/ppt/notesSlides/notesSlide30.xml" ContentType="application/vnd.openxmlformats-officedocument.presentationml.notesSlide+xml"/>
  <Override PartName="/ppt/ink/ink29.xml" ContentType="application/inkml+xml"/>
  <Override PartName="/ppt/notesSlides/notesSlide31.xml" ContentType="application/vnd.openxmlformats-officedocument.presentationml.notesSlide+xml"/>
  <Override PartName="/ppt/ink/ink30.xml" ContentType="application/inkml+xml"/>
  <Override PartName="/ppt/notesSlides/notesSlide32.xml" ContentType="application/vnd.openxmlformats-officedocument.presentationml.notesSlide+xml"/>
  <Override PartName="/ppt/ink/ink31.xml" ContentType="application/inkml+xml"/>
  <Override PartName="/ppt/notesSlides/notesSlide33.xml" ContentType="application/vnd.openxmlformats-officedocument.presentationml.notesSlide+xml"/>
  <Override PartName="/ppt/ink/ink32.xml" ContentType="application/inkml+xml"/>
  <Override PartName="/ppt/notesSlides/notesSlide34.xml" ContentType="application/vnd.openxmlformats-officedocument.presentationml.notesSlide+xml"/>
  <Override PartName="/ppt/ink/ink33.xml" ContentType="application/inkml+xml"/>
  <Override PartName="/ppt/notesSlides/notesSlide35.xml" ContentType="application/vnd.openxmlformats-officedocument.presentationml.notesSlide+xml"/>
  <Override PartName="/ppt/ink/ink34.xml" ContentType="application/inkml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4"/>
  </p:sldMasterIdLst>
  <p:notesMasterIdLst>
    <p:notesMasterId r:id="rId41"/>
  </p:notesMasterIdLst>
  <p:handoutMasterIdLst>
    <p:handoutMasterId r:id="rId42"/>
  </p:handoutMasterIdLst>
  <p:sldIdLst>
    <p:sldId id="256" r:id="rId5"/>
    <p:sldId id="368" r:id="rId6"/>
    <p:sldId id="358" r:id="rId7"/>
    <p:sldId id="364" r:id="rId8"/>
    <p:sldId id="366" r:id="rId9"/>
    <p:sldId id="369" r:id="rId10"/>
    <p:sldId id="365" r:id="rId11"/>
    <p:sldId id="367" r:id="rId12"/>
    <p:sldId id="387" r:id="rId13"/>
    <p:sldId id="373" r:id="rId14"/>
    <p:sldId id="374" r:id="rId15"/>
    <p:sldId id="378" r:id="rId16"/>
    <p:sldId id="381" r:id="rId17"/>
    <p:sldId id="382" r:id="rId18"/>
    <p:sldId id="383" r:id="rId19"/>
    <p:sldId id="384" r:id="rId20"/>
    <p:sldId id="385" r:id="rId21"/>
    <p:sldId id="386" r:id="rId22"/>
    <p:sldId id="392" r:id="rId23"/>
    <p:sldId id="394" r:id="rId24"/>
    <p:sldId id="379" r:id="rId25"/>
    <p:sldId id="380" r:id="rId26"/>
    <p:sldId id="388" r:id="rId27"/>
    <p:sldId id="397" r:id="rId28"/>
    <p:sldId id="389" r:id="rId29"/>
    <p:sldId id="390" r:id="rId30"/>
    <p:sldId id="395" r:id="rId31"/>
    <p:sldId id="396" r:id="rId32"/>
    <p:sldId id="398" r:id="rId33"/>
    <p:sldId id="400" r:id="rId34"/>
    <p:sldId id="401" r:id="rId35"/>
    <p:sldId id="399" r:id="rId36"/>
    <p:sldId id="402" r:id="rId37"/>
    <p:sldId id="403" r:id="rId38"/>
    <p:sldId id="391" r:id="rId39"/>
    <p:sldId id="341" r:id="rId40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A9E5F83E-DFF2-41B9-AB97-B9AF7E64884B}">
          <p14:sldIdLst>
            <p14:sldId id="256"/>
            <p14:sldId id="368"/>
            <p14:sldId id="358"/>
            <p14:sldId id="364"/>
            <p14:sldId id="366"/>
            <p14:sldId id="369"/>
            <p14:sldId id="365"/>
            <p14:sldId id="367"/>
            <p14:sldId id="387"/>
            <p14:sldId id="373"/>
            <p14:sldId id="374"/>
            <p14:sldId id="378"/>
            <p14:sldId id="381"/>
            <p14:sldId id="382"/>
            <p14:sldId id="383"/>
            <p14:sldId id="384"/>
            <p14:sldId id="385"/>
            <p14:sldId id="386"/>
          </p14:sldIdLst>
        </p14:section>
        <p14:section name="Untitled Section" id="{11C947C3-6E7E-4BC1-B7F0-35B022ABD6B0}">
          <p14:sldIdLst>
            <p14:sldId id="392"/>
            <p14:sldId id="394"/>
            <p14:sldId id="379"/>
            <p14:sldId id="380"/>
            <p14:sldId id="388"/>
            <p14:sldId id="397"/>
            <p14:sldId id="389"/>
            <p14:sldId id="390"/>
            <p14:sldId id="395"/>
            <p14:sldId id="396"/>
            <p14:sldId id="398"/>
            <p14:sldId id="400"/>
            <p14:sldId id="401"/>
            <p14:sldId id="399"/>
            <p14:sldId id="402"/>
            <p14:sldId id="403"/>
            <p14:sldId id="391"/>
            <p14:sldId id="341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11D66455-C93F-4D11-85A1-44FCE95947A4}" name="Nicolas Boissonnade" initials="NB" userId="S::NIBOI69@ulaval.ca::d6f4c9e4-111e-465e-8612-85b13436bf94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CC00"/>
    <a:srgbClr val="CC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Aucun style, aucune grille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ED083AE6-46FA-4A59-8FB0-9F97EB10719F}" styleName="Light Style 3 - Acc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6" autoAdjust="0"/>
    <p:restoredTop sz="95603" autoAdjust="0"/>
  </p:normalViewPr>
  <p:slideViewPr>
    <p:cSldViewPr snapToGrid="0">
      <p:cViewPr varScale="1">
        <p:scale>
          <a:sx n="111" d="100"/>
          <a:sy n="111" d="100"/>
        </p:scale>
        <p:origin x="594" y="96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 showGuides="1">
      <p:cViewPr varScale="1">
        <p:scale>
          <a:sx n="70" d="100"/>
          <a:sy n="70" d="100"/>
        </p:scale>
        <p:origin x="3500" y="6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handoutMaster" Target="handoutMasters/handoutMaster1.xml"/><Relationship Id="rId47" Type="http://schemas.microsoft.com/office/2018/10/relationships/authors" Target="authors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presProps" Target="presProps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tableStyles" Target="tableStyles.xml"/><Relationship Id="rId20" Type="http://schemas.openxmlformats.org/officeDocument/2006/relationships/slide" Target="slides/slide16.xml"/><Relationship Id="rId41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E:\Kokou_Case_study_1_Steel_Column\Numerical%20model_validation\Material_law_ABAQUS.xlsm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file:///C:\Kokou\Kokou_Case_study_1_Steel_Column\Numerical%20model_validation\Validation%202%20files%20Q1100%20_49\Validation_2_1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file:///C:\Kokou\Kokou_Case_study_1_Steel_Column\Numerical%20model_validation\Validation%202%20files%20Q1100%20_49\Validation_2_1.xlsx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oleObject" Target="file:///C:\Kokou\Kokou_Case_study_1_Steel_Column\Numerical%20model_validation\Database%20-%20FB%20-%20Kokou.xlsm" TargetMode="External"/><Relationship Id="rId2" Type="http://schemas.microsoft.com/office/2011/relationships/chartColorStyle" Target="colors4.xml"/><Relationship Id="rId1" Type="http://schemas.microsoft.com/office/2011/relationships/chartStyle" Target="style4.xml"/><Relationship Id="rId4" Type="http://schemas.openxmlformats.org/officeDocument/2006/relationships/chartUserShapes" Target="../drawings/drawing1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oleObject" Target="file:///C:\Kokou\Kokou_Case_study_1_Steel_Column\Numerical%20model_validation\Database%20-%20FB%20-%20Kokou.xlsm" TargetMode="External"/><Relationship Id="rId2" Type="http://schemas.microsoft.com/office/2011/relationships/chartColorStyle" Target="colors5.xml"/><Relationship Id="rId1" Type="http://schemas.microsoft.com/office/2011/relationships/chartStyle" Target="style5.xml"/><Relationship Id="rId4" Type="http://schemas.openxmlformats.org/officeDocument/2006/relationships/chartUserShapes" Target="../drawings/drawing2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oleObject" Target="file:///C:\Kokou\Kokou_Case_study_1_Steel_Column\Numerical%20model_validation\Result_new2.xlsm" TargetMode="External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scatterChart>
        <c:scatterStyle val="lineMarker"/>
        <c:varyColors val="0"/>
        <c:ser>
          <c:idx val="0"/>
          <c:order val="0"/>
          <c:tx>
            <c:strRef>
              <c:f>'Validation 2'!$B$1</c:f>
              <c:strCache>
                <c:ptCount val="1"/>
                <c:pt idx="0">
                  <c:v>σ (Mpa)</c:v>
                </c:pt>
              </c:strCache>
            </c:strRef>
          </c:tx>
          <c:spPr>
            <a:ln w="19050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xVal>
            <c:numRef>
              <c:f>'Validation 2'!$A$2:$A$35</c:f>
              <c:numCache>
                <c:formatCode>General</c:formatCode>
                <c:ptCount val="34"/>
                <c:pt idx="0">
                  <c:v>0</c:v>
                </c:pt>
                <c:pt idx="1">
                  <c:v>3.3354265017549302E-4</c:v>
                </c:pt>
                <c:pt idx="2">
                  <c:v>1.26352616647416E-3</c:v>
                </c:pt>
                <c:pt idx="3">
                  <c:v>2.1926686776034604E-3</c:v>
                </c:pt>
                <c:pt idx="4">
                  <c:v>2.8691732358514898E-3</c:v>
                </c:pt>
                <c:pt idx="5">
                  <c:v>3.4620818802632704E-3</c:v>
                </c:pt>
                <c:pt idx="6">
                  <c:v>4.3945884120700903E-3</c:v>
                </c:pt>
                <c:pt idx="7">
                  <c:v>4.9873288554480102E-3</c:v>
                </c:pt>
                <c:pt idx="8">
                  <c:v>5.8862792809967505E-3</c:v>
                </c:pt>
                <c:pt idx="9">
                  <c:v>6.4000000000000003E-3</c:v>
                </c:pt>
                <c:pt idx="10">
                  <c:v>6.8303075836239303E-3</c:v>
                </c:pt>
                <c:pt idx="11">
                  <c:v>7.38671660368472E-3</c:v>
                </c:pt>
                <c:pt idx="12">
                  <c:v>9.02482647260003E-3</c:v>
                </c:pt>
                <c:pt idx="13">
                  <c:v>1.1180995525852401E-2</c:v>
                </c:pt>
                <c:pt idx="14">
                  <c:v>1.2216609291425E-2</c:v>
                </c:pt>
                <c:pt idx="15">
                  <c:v>1.38577467789501E-2</c:v>
                </c:pt>
                <c:pt idx="16">
                  <c:v>1.67087543031431E-2</c:v>
                </c:pt>
                <c:pt idx="17">
                  <c:v>1.9820137027775499E-2</c:v>
                </c:pt>
                <c:pt idx="18">
                  <c:v>2.3017806882786301E-2</c:v>
                </c:pt>
                <c:pt idx="19">
                  <c:v>2.7858969039796299E-2</c:v>
                </c:pt>
                <c:pt idx="20">
                  <c:v>3.0884569237152201E-2</c:v>
                </c:pt>
                <c:pt idx="21">
                  <c:v>3.4083584700433905E-2</c:v>
                </c:pt>
                <c:pt idx="22">
                  <c:v>4.03956648986869E-2</c:v>
                </c:pt>
                <c:pt idx="23">
                  <c:v>4.8265959474764204E-2</c:v>
                </c:pt>
                <c:pt idx="24">
                  <c:v>5.5964352594220605E-2</c:v>
                </c:pt>
                <c:pt idx="25">
                  <c:v>6.2106045145157406E-2</c:v>
                </c:pt>
                <c:pt idx="26">
                  <c:v>7.1189741979614002E-2</c:v>
                </c:pt>
                <c:pt idx="27">
                  <c:v>7.7073077742517801E-2</c:v>
                </c:pt>
                <c:pt idx="28">
                  <c:v>8.7196425167360009E-2</c:v>
                </c:pt>
                <c:pt idx="29">
                  <c:v>9.4551519976676102E-2</c:v>
                </c:pt>
                <c:pt idx="30">
                  <c:v>0.100349577815404</c:v>
                </c:pt>
                <c:pt idx="31">
                  <c:v>0.10597506139337699</c:v>
                </c:pt>
                <c:pt idx="32">
                  <c:v>0.11289939335493701</c:v>
                </c:pt>
                <c:pt idx="33">
                  <c:v>0.11930600253422799</c:v>
                </c:pt>
              </c:numCache>
            </c:numRef>
          </c:xVal>
          <c:yVal>
            <c:numRef>
              <c:f>'Validation 2'!$B$2:$B$35</c:f>
              <c:numCache>
                <c:formatCode>General</c:formatCode>
                <c:ptCount val="34"/>
                <c:pt idx="0">
                  <c:v>0</c:v>
                </c:pt>
                <c:pt idx="1">
                  <c:v>119.844357976653</c:v>
                </c:pt>
                <c:pt idx="2">
                  <c:v>314.39688715953298</c:v>
                </c:pt>
                <c:pt idx="3">
                  <c:v>516.73151750972704</c:v>
                </c:pt>
                <c:pt idx="4">
                  <c:v>656.80933852140004</c:v>
                </c:pt>
                <c:pt idx="5">
                  <c:v>770.42801556420204</c:v>
                </c:pt>
                <c:pt idx="6">
                  <c:v>941.63424124513597</c:v>
                </c:pt>
                <c:pt idx="7">
                  <c:v>1056.8093385213999</c:v>
                </c:pt>
                <c:pt idx="8">
                  <c:v>1138.5214007782099</c:v>
                </c:pt>
                <c:pt idx="9">
                  <c:v>1186.9000000000001</c:v>
                </c:pt>
                <c:pt idx="10">
                  <c:v>1203.11284046692</c:v>
                </c:pt>
                <c:pt idx="11">
                  <c:v>1254.4747081712001</c:v>
                </c:pt>
                <c:pt idx="12">
                  <c:v>1296.4980544747</c:v>
                </c:pt>
                <c:pt idx="13">
                  <c:v>1344.74708171206</c:v>
                </c:pt>
                <c:pt idx="14">
                  <c:v>1361.8677042801501</c:v>
                </c:pt>
                <c:pt idx="15">
                  <c:v>1375.8754863813199</c:v>
                </c:pt>
                <c:pt idx="16">
                  <c:v>1394.5525291828701</c:v>
                </c:pt>
                <c:pt idx="17">
                  <c:v>1403.89105058365</c:v>
                </c:pt>
                <c:pt idx="18">
                  <c:v>1414.78599221789</c:v>
                </c:pt>
                <c:pt idx="19">
                  <c:v>1417.89883268482</c:v>
                </c:pt>
                <c:pt idx="20">
                  <c:v>1421.0116731517501</c:v>
                </c:pt>
                <c:pt idx="21">
                  <c:v>1419.4552529182799</c:v>
                </c:pt>
                <c:pt idx="22">
                  <c:v>1411.67315175097</c:v>
                </c:pt>
                <c:pt idx="23">
                  <c:v>1385.2140077821</c:v>
                </c:pt>
                <c:pt idx="24">
                  <c:v>1349.4163424124499</c:v>
                </c:pt>
                <c:pt idx="25">
                  <c:v>1318.28793774319</c:v>
                </c:pt>
                <c:pt idx="26">
                  <c:v>1263.8132295719799</c:v>
                </c:pt>
                <c:pt idx="27">
                  <c:v>1223.3463035019399</c:v>
                </c:pt>
                <c:pt idx="28">
                  <c:v>1148.63813229572</c:v>
                </c:pt>
                <c:pt idx="29">
                  <c:v>1089.49416342412</c:v>
                </c:pt>
                <c:pt idx="30">
                  <c:v>1038.1322957198399</c:v>
                </c:pt>
                <c:pt idx="31">
                  <c:v>983.65758754863805</c:v>
                </c:pt>
                <c:pt idx="32">
                  <c:v>910.50583657587504</c:v>
                </c:pt>
                <c:pt idx="33">
                  <c:v>828.01556420233396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2803-4BCD-97F9-E938AFE3A9F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567640832"/>
        <c:axId val="567628832"/>
      </c:scatterChart>
      <c:valAx>
        <c:axId val="567640832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567628832"/>
        <c:crosses val="autoZero"/>
        <c:crossBetween val="midCat"/>
      </c:valAx>
      <c:valAx>
        <c:axId val="56762883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567640832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1800" b="1" i="0" u="none" strike="noStrike" kern="1200" spc="0" baseline="0">
                <a:solidFill>
                  <a:sysClr val="windowText" lastClr="000000">
                    <a:lumMod val="65000"/>
                    <a:lumOff val="35000"/>
                  </a:sysClr>
                </a:solidFill>
              </a:rPr>
              <a:t>C1 specimens b/200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scatterChart>
        <c:scatterStyle val="lineMarker"/>
        <c:varyColors val="0"/>
        <c:ser>
          <c:idx val="0"/>
          <c:order val="0"/>
          <c:tx>
            <c:v>C1L1_exp</c:v>
          </c:tx>
          <c:spPr>
            <a:ln w="19050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xVal>
            <c:numRef>
              <c:f>'C1L1'!$A$4:$A$23</c:f>
              <c:numCache>
                <c:formatCode>General</c:formatCode>
                <c:ptCount val="20"/>
                <c:pt idx="0">
                  <c:v>0</c:v>
                </c:pt>
                <c:pt idx="1">
                  <c:v>8.7455057817509198E-3</c:v>
                </c:pt>
                <c:pt idx="2">
                  <c:v>0.12390438247011699</c:v>
                </c:pt>
                <c:pt idx="3">
                  <c:v>0.187542512875324</c:v>
                </c:pt>
                <c:pt idx="4">
                  <c:v>0.27344281410941201</c:v>
                </c:pt>
                <c:pt idx="5">
                  <c:v>0.51734525313380197</c:v>
                </c:pt>
                <c:pt idx="6">
                  <c:v>0.68312117384122395</c:v>
                </c:pt>
                <c:pt idx="7">
                  <c:v>0.92682926829267698</c:v>
                </c:pt>
                <c:pt idx="8">
                  <c:v>1.16801088329609</c:v>
                </c:pt>
                <c:pt idx="9">
                  <c:v>1.4507822369060399</c:v>
                </c:pt>
                <c:pt idx="10">
                  <c:v>1.81031969682247</c:v>
                </c:pt>
                <c:pt idx="11">
                  <c:v>2.24720629676415</c:v>
                </c:pt>
                <c:pt idx="12">
                  <c:v>2.5247303469050602</c:v>
                </c:pt>
                <c:pt idx="13">
                  <c:v>2.88057525993587</c:v>
                </c:pt>
                <c:pt idx="14">
                  <c:v>3.1965795355164701</c:v>
                </c:pt>
                <c:pt idx="15">
                  <c:v>3.9034107472548598</c:v>
                </c:pt>
                <c:pt idx="16">
                  <c:v>4.4915945972208604</c:v>
                </c:pt>
                <c:pt idx="17">
                  <c:v>5.5470799727917699</c:v>
                </c:pt>
                <c:pt idx="18">
                  <c:v>6.8352929744436697</c:v>
                </c:pt>
                <c:pt idx="19">
                  <c:v>8.5517442425420391</c:v>
                </c:pt>
              </c:numCache>
            </c:numRef>
          </c:xVal>
          <c:yVal>
            <c:numRef>
              <c:f>'C1L1'!$B$4:$B$23</c:f>
              <c:numCache>
                <c:formatCode>General</c:formatCode>
                <c:ptCount val="20"/>
                <c:pt idx="0">
                  <c:v>0</c:v>
                </c:pt>
                <c:pt idx="1">
                  <c:v>73.155184141482806</c:v>
                </c:pt>
                <c:pt idx="2">
                  <c:v>189.57535710815199</c:v>
                </c:pt>
                <c:pt idx="3">
                  <c:v>246.31619862015299</c:v>
                </c:pt>
                <c:pt idx="4">
                  <c:v>306.03051209794899</c:v>
                </c:pt>
                <c:pt idx="5">
                  <c:v>379.20124380526602</c:v>
                </c:pt>
                <c:pt idx="6">
                  <c:v>452.36031483820801</c:v>
                </c:pt>
                <c:pt idx="7">
                  <c:v>524.038480225439</c:v>
                </c:pt>
                <c:pt idx="8">
                  <c:v>576.31328345155896</c:v>
                </c:pt>
                <c:pt idx="9">
                  <c:v>647.99727917597897</c:v>
                </c:pt>
                <c:pt idx="10">
                  <c:v>709.24497133417503</c:v>
                </c:pt>
                <c:pt idx="11">
                  <c:v>764.53405888640498</c:v>
                </c:pt>
                <c:pt idx="12">
                  <c:v>795.91876396851603</c:v>
                </c:pt>
                <c:pt idx="13">
                  <c:v>828.80769604508703</c:v>
                </c:pt>
                <c:pt idx="14">
                  <c:v>855.72053250412898</c:v>
                </c:pt>
                <c:pt idx="15">
                  <c:v>884.184238655135</c:v>
                </c:pt>
                <c:pt idx="16">
                  <c:v>901.436206393936</c:v>
                </c:pt>
                <c:pt idx="17">
                  <c:v>907.56389077835001</c:v>
                </c:pt>
                <c:pt idx="18">
                  <c:v>901.03974346516304</c:v>
                </c:pt>
                <c:pt idx="19">
                  <c:v>883.38548246040205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2DE4-43A3-81E5-117AF3B59915}"/>
            </c:ext>
          </c:extLst>
        </c:ser>
        <c:ser>
          <c:idx val="1"/>
          <c:order val="1"/>
          <c:tx>
            <c:v>C1L1_b/200</c:v>
          </c:tx>
          <c:spPr>
            <a:ln w="19050" cap="rnd">
              <a:solidFill>
                <a:schemeClr val="accent2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2"/>
              </a:solidFill>
              <a:ln w="9525">
                <a:solidFill>
                  <a:schemeClr val="accent2"/>
                </a:solidFill>
              </a:ln>
              <a:effectLst/>
            </c:spPr>
          </c:marker>
          <c:xVal>
            <c:numRef>
              <c:f>'C1L1'!$Z$4:$Z$104</c:f>
              <c:numCache>
                <c:formatCode>General</c:formatCode>
                <c:ptCount val="101"/>
                <c:pt idx="0">
                  <c:v>-8.1476099999999996E-3</c:v>
                </c:pt>
                <c:pt idx="1">
                  <c:v>-7.2692599999999996E-3</c:v>
                </c:pt>
                <c:pt idx="2">
                  <c:v>-6.3898899999999996E-3</c:v>
                </c:pt>
                <c:pt idx="3">
                  <c:v>-5.06895E-3</c:v>
                </c:pt>
                <c:pt idx="4">
                  <c:v>-3.0832899999999998E-3</c:v>
                </c:pt>
                <c:pt idx="5">
                  <c:v>-9.52171E-5</c:v>
                </c:pt>
                <c:pt idx="6">
                  <c:v>4.40851E-3</c:v>
                </c:pt>
                <c:pt idx="7">
                  <c:v>1.1213000000000001E-2</c:v>
                </c:pt>
                <c:pt idx="8">
                  <c:v>2.1530400000000002E-2</c:v>
                </c:pt>
                <c:pt idx="9">
                  <c:v>3.7258300000000001E-2</c:v>
                </c:pt>
                <c:pt idx="10">
                  <c:v>6.1424899999999998E-2</c:v>
                </c:pt>
                <c:pt idx="11">
                  <c:v>9.8993999999999999E-2</c:v>
                </c:pt>
                <c:pt idx="12">
                  <c:v>0.15839300000000001</c:v>
                </c:pt>
                <c:pt idx="13">
                  <c:v>0.25453900000000002</c:v>
                </c:pt>
                <c:pt idx="14">
                  <c:v>0.37632700000000002</c:v>
                </c:pt>
                <c:pt idx="15">
                  <c:v>0.50920699999999997</c:v>
                </c:pt>
                <c:pt idx="16">
                  <c:v>0.65239199999999997</c:v>
                </c:pt>
                <c:pt idx="17">
                  <c:v>0.80471099999999995</c:v>
                </c:pt>
                <c:pt idx="18">
                  <c:v>0.96479199999999998</c:v>
                </c:pt>
                <c:pt idx="19">
                  <c:v>1.1312500000000001</c:v>
                </c:pt>
                <c:pt idx="20">
                  <c:v>1.3028200000000001</c:v>
                </c:pt>
                <c:pt idx="21">
                  <c:v>1.4784200000000001</c:v>
                </c:pt>
                <c:pt idx="22">
                  <c:v>1.6571800000000001</c:v>
                </c:pt>
                <c:pt idx="23">
                  <c:v>1.8384</c:v>
                </c:pt>
                <c:pt idx="24">
                  <c:v>2.02155</c:v>
                </c:pt>
                <c:pt idx="25">
                  <c:v>2.2062200000000001</c:v>
                </c:pt>
                <c:pt idx="26">
                  <c:v>2.39209</c:v>
                </c:pt>
                <c:pt idx="27">
                  <c:v>2.57891</c:v>
                </c:pt>
                <c:pt idx="28">
                  <c:v>2.7665099999999998</c:v>
                </c:pt>
                <c:pt idx="29">
                  <c:v>2.9548199999999998</c:v>
                </c:pt>
                <c:pt idx="30">
                  <c:v>3.14377</c:v>
                </c:pt>
                <c:pt idx="31">
                  <c:v>3.3335300000000001</c:v>
                </c:pt>
                <c:pt idx="32">
                  <c:v>3.5240800000000001</c:v>
                </c:pt>
                <c:pt idx="33">
                  <c:v>3.7153</c:v>
                </c:pt>
                <c:pt idx="34">
                  <c:v>3.9070900000000002</c:v>
                </c:pt>
                <c:pt idx="35">
                  <c:v>4.0994200000000003</c:v>
                </c:pt>
                <c:pt idx="36">
                  <c:v>4.2922200000000004</c:v>
                </c:pt>
                <c:pt idx="37">
                  <c:v>4.4855999999999998</c:v>
                </c:pt>
                <c:pt idx="38">
                  <c:v>4.6793500000000003</c:v>
                </c:pt>
                <c:pt idx="39">
                  <c:v>4.8734200000000003</c:v>
                </c:pt>
                <c:pt idx="40">
                  <c:v>5.06759</c:v>
                </c:pt>
                <c:pt idx="41">
                  <c:v>5.2619199999999999</c:v>
                </c:pt>
                <c:pt idx="42">
                  <c:v>5.4563699999999997</c:v>
                </c:pt>
                <c:pt idx="43">
                  <c:v>5.6508200000000004</c:v>
                </c:pt>
                <c:pt idx="44">
                  <c:v>5.8453400000000002</c:v>
                </c:pt>
                <c:pt idx="45">
                  <c:v>6.0397999999999996</c:v>
                </c:pt>
                <c:pt idx="46">
                  <c:v>6.2343299999999999</c:v>
                </c:pt>
                <c:pt idx="47">
                  <c:v>6.4289800000000001</c:v>
                </c:pt>
                <c:pt idx="48">
                  <c:v>6.6236499999999996</c:v>
                </c:pt>
                <c:pt idx="49">
                  <c:v>6.8182999999999998</c:v>
                </c:pt>
                <c:pt idx="50">
                  <c:v>7.0129700000000001</c:v>
                </c:pt>
                <c:pt idx="51">
                  <c:v>7.2077099999999996</c:v>
                </c:pt>
                <c:pt idx="52">
                  <c:v>7.4025600000000003</c:v>
                </c:pt>
                <c:pt idx="53">
                  <c:v>7.5974199999999996</c:v>
                </c:pt>
                <c:pt idx="54">
                  <c:v>7.7923</c:v>
                </c:pt>
                <c:pt idx="55">
                  <c:v>7.9872199999999998</c:v>
                </c:pt>
                <c:pt idx="56">
                  <c:v>8.1821699999999993</c:v>
                </c:pt>
                <c:pt idx="57">
                  <c:v>8.3771799999999992</c:v>
                </c:pt>
                <c:pt idx="58">
                  <c:v>8.5722100000000001</c:v>
                </c:pt>
                <c:pt idx="59">
                  <c:v>8.7672699999999999</c:v>
                </c:pt>
                <c:pt idx="60">
                  <c:v>8.9623200000000001</c:v>
                </c:pt>
                <c:pt idx="61">
                  <c:v>9.1573399999999996</c:v>
                </c:pt>
                <c:pt idx="62">
                  <c:v>9.3523399999999999</c:v>
                </c:pt>
                <c:pt idx="63">
                  <c:v>9.5473300000000005</c:v>
                </c:pt>
                <c:pt idx="64">
                  <c:v>9.7423400000000004</c:v>
                </c:pt>
                <c:pt idx="65">
                  <c:v>9.9373500000000003</c:v>
                </c:pt>
                <c:pt idx="66">
                  <c:v>10.132400000000001</c:v>
                </c:pt>
                <c:pt idx="67">
                  <c:v>10.327400000000001</c:v>
                </c:pt>
                <c:pt idx="68">
                  <c:v>10.522399999999999</c:v>
                </c:pt>
                <c:pt idx="69">
                  <c:v>10.7174</c:v>
                </c:pt>
                <c:pt idx="70">
                  <c:v>10.9123</c:v>
                </c:pt>
                <c:pt idx="71">
                  <c:v>11.107200000000001</c:v>
                </c:pt>
                <c:pt idx="72">
                  <c:v>11.302099999999999</c:v>
                </c:pt>
                <c:pt idx="73">
                  <c:v>11.497</c:v>
                </c:pt>
                <c:pt idx="74">
                  <c:v>11.6919</c:v>
                </c:pt>
                <c:pt idx="75">
                  <c:v>11.886699999999999</c:v>
                </c:pt>
                <c:pt idx="76">
                  <c:v>12.0815</c:v>
                </c:pt>
                <c:pt idx="77">
                  <c:v>12.276300000000001</c:v>
                </c:pt>
                <c:pt idx="78">
                  <c:v>12.4711</c:v>
                </c:pt>
                <c:pt idx="79">
                  <c:v>12.665800000000001</c:v>
                </c:pt>
                <c:pt idx="80">
                  <c:v>12.8605</c:v>
                </c:pt>
                <c:pt idx="81">
                  <c:v>13.055099999999999</c:v>
                </c:pt>
                <c:pt idx="82">
                  <c:v>13.2498</c:v>
                </c:pt>
                <c:pt idx="83">
                  <c:v>13.4444</c:v>
                </c:pt>
                <c:pt idx="84">
                  <c:v>13.6389</c:v>
                </c:pt>
                <c:pt idx="85">
                  <c:v>13.833399999999999</c:v>
                </c:pt>
                <c:pt idx="86">
                  <c:v>14.028</c:v>
                </c:pt>
                <c:pt idx="87">
                  <c:v>14.2225</c:v>
                </c:pt>
                <c:pt idx="88">
                  <c:v>14.417</c:v>
                </c:pt>
                <c:pt idx="89">
                  <c:v>14.6114</c:v>
                </c:pt>
                <c:pt idx="90">
                  <c:v>14.805899999999999</c:v>
                </c:pt>
                <c:pt idx="91">
                  <c:v>15.000299999999999</c:v>
                </c:pt>
                <c:pt idx="92">
                  <c:v>15.194699999999999</c:v>
                </c:pt>
                <c:pt idx="93">
                  <c:v>15.389099999999999</c:v>
                </c:pt>
                <c:pt idx="94">
                  <c:v>15.583500000000001</c:v>
                </c:pt>
                <c:pt idx="95">
                  <c:v>15.777799999999999</c:v>
                </c:pt>
                <c:pt idx="96">
                  <c:v>15.972099999999999</c:v>
                </c:pt>
                <c:pt idx="97">
                  <c:v>16.166499999999999</c:v>
                </c:pt>
                <c:pt idx="98">
                  <c:v>16.360800000000001</c:v>
                </c:pt>
                <c:pt idx="99">
                  <c:v>16.555</c:v>
                </c:pt>
                <c:pt idx="100">
                  <c:v>16.749300000000002</c:v>
                </c:pt>
              </c:numCache>
            </c:numRef>
          </c:xVal>
          <c:yVal>
            <c:numRef>
              <c:f>'C1L1'!$AA$4:$AA$104</c:f>
              <c:numCache>
                <c:formatCode>General</c:formatCode>
                <c:ptCount val="101"/>
                <c:pt idx="0">
                  <c:v>-3.6118300000000003E-8</c:v>
                </c:pt>
                <c:pt idx="1">
                  <c:v>0.87184000000000006</c:v>
                </c:pt>
                <c:pt idx="2">
                  <c:v>1.74343</c:v>
                </c:pt>
                <c:pt idx="3">
                  <c:v>3.0502700000000003</c:v>
                </c:pt>
                <c:pt idx="4">
                  <c:v>5.0093500000000004</c:v>
                </c:pt>
                <c:pt idx="5">
                  <c:v>7.9452800000000003</c:v>
                </c:pt>
                <c:pt idx="6">
                  <c:v>12.3431</c:v>
                </c:pt>
                <c:pt idx="7">
                  <c:v>18.925900000000002</c:v>
                </c:pt>
                <c:pt idx="8">
                  <c:v>28.768400000000003</c:v>
                </c:pt>
                <c:pt idx="9">
                  <c:v>43.467500000000001</c:v>
                </c:pt>
                <c:pt idx="10">
                  <c:v>65.342300000000009</c:v>
                </c:pt>
                <c:pt idx="11">
                  <c:v>97.753600000000006</c:v>
                </c:pt>
                <c:pt idx="12">
                  <c:v>145.39000000000001</c:v>
                </c:pt>
                <c:pt idx="13">
                  <c:v>214.36600000000001</c:v>
                </c:pt>
                <c:pt idx="14">
                  <c:v>289.83699999999999</c:v>
                </c:pt>
                <c:pt idx="15">
                  <c:v>360.10399999999998</c:v>
                </c:pt>
                <c:pt idx="16">
                  <c:v>424.71899999999999</c:v>
                </c:pt>
                <c:pt idx="17">
                  <c:v>483.49299999999999</c:v>
                </c:pt>
                <c:pt idx="18">
                  <c:v>536.49900000000002</c:v>
                </c:pt>
                <c:pt idx="19">
                  <c:v>584.029</c:v>
                </c:pt>
                <c:pt idx="20">
                  <c:v>626.51499999999999</c:v>
                </c:pt>
                <c:pt idx="21">
                  <c:v>664.46100000000001</c:v>
                </c:pt>
                <c:pt idx="22">
                  <c:v>698.37599999999998</c:v>
                </c:pt>
                <c:pt idx="23">
                  <c:v>728.75200000000007</c:v>
                </c:pt>
                <c:pt idx="24">
                  <c:v>756.03600000000006</c:v>
                </c:pt>
                <c:pt idx="25">
                  <c:v>780.62400000000002</c:v>
                </c:pt>
                <c:pt idx="26">
                  <c:v>802.86</c:v>
                </c:pt>
                <c:pt idx="27">
                  <c:v>823.04100000000005</c:v>
                </c:pt>
                <c:pt idx="28">
                  <c:v>841.39800000000002</c:v>
                </c:pt>
                <c:pt idx="29">
                  <c:v>858.00400000000002</c:v>
                </c:pt>
                <c:pt idx="30">
                  <c:v>872.928</c:v>
                </c:pt>
                <c:pt idx="31">
                  <c:v>885.82799999999997</c:v>
                </c:pt>
                <c:pt idx="32">
                  <c:v>896.67100000000005</c:v>
                </c:pt>
                <c:pt idx="33">
                  <c:v>905.59199999999998</c:v>
                </c:pt>
                <c:pt idx="34">
                  <c:v>912.75599999999997</c:v>
                </c:pt>
                <c:pt idx="35">
                  <c:v>918.39</c:v>
                </c:pt>
                <c:pt idx="36">
                  <c:v>922.70100000000002</c:v>
                </c:pt>
                <c:pt idx="37">
                  <c:v>925.74099999999999</c:v>
                </c:pt>
                <c:pt idx="38">
                  <c:v>927.80399999999997</c:v>
                </c:pt>
                <c:pt idx="39">
                  <c:v>929.06200000000001</c:v>
                </c:pt>
                <c:pt idx="40">
                  <c:v>929.76300000000003</c:v>
                </c:pt>
                <c:pt idx="41">
                  <c:v>929.97199999999998</c:v>
                </c:pt>
                <c:pt idx="42">
                  <c:v>929.73400000000004</c:v>
                </c:pt>
                <c:pt idx="43">
                  <c:v>929.16100000000006</c:v>
                </c:pt>
                <c:pt idx="44">
                  <c:v>928.35800000000006</c:v>
                </c:pt>
                <c:pt idx="45">
                  <c:v>927.33799999999997</c:v>
                </c:pt>
                <c:pt idx="46">
                  <c:v>926.08699999999999</c:v>
                </c:pt>
                <c:pt idx="47">
                  <c:v>924.64400000000001</c:v>
                </c:pt>
                <c:pt idx="48">
                  <c:v>923.07100000000003</c:v>
                </c:pt>
                <c:pt idx="49">
                  <c:v>921.37300000000005</c:v>
                </c:pt>
                <c:pt idx="50">
                  <c:v>919.58199999999999</c:v>
                </c:pt>
                <c:pt idx="51">
                  <c:v>917.69</c:v>
                </c:pt>
                <c:pt idx="52">
                  <c:v>915.69100000000003</c:v>
                </c:pt>
                <c:pt idx="53">
                  <c:v>913.61099999999999</c:v>
                </c:pt>
                <c:pt idx="54">
                  <c:v>911.47199999999998</c:v>
                </c:pt>
                <c:pt idx="55">
                  <c:v>909.29</c:v>
                </c:pt>
                <c:pt idx="56">
                  <c:v>907.072</c:v>
                </c:pt>
                <c:pt idx="57">
                  <c:v>904.82</c:v>
                </c:pt>
                <c:pt idx="58">
                  <c:v>902.52700000000004</c:v>
                </c:pt>
                <c:pt idx="59">
                  <c:v>900.20100000000002</c:v>
                </c:pt>
                <c:pt idx="60">
                  <c:v>897.86300000000006</c:v>
                </c:pt>
                <c:pt idx="61">
                  <c:v>895.51800000000003</c:v>
                </c:pt>
                <c:pt idx="62">
                  <c:v>893.17200000000003</c:v>
                </c:pt>
                <c:pt idx="63">
                  <c:v>890.82299999999998</c:v>
                </c:pt>
                <c:pt idx="64">
                  <c:v>888.471</c:v>
                </c:pt>
                <c:pt idx="65">
                  <c:v>886.12</c:v>
                </c:pt>
                <c:pt idx="66">
                  <c:v>883.77700000000004</c:v>
                </c:pt>
                <c:pt idx="67">
                  <c:v>881.428</c:v>
                </c:pt>
                <c:pt idx="68">
                  <c:v>879.07600000000002</c:v>
                </c:pt>
                <c:pt idx="69">
                  <c:v>876.73099999999999</c:v>
                </c:pt>
                <c:pt idx="70">
                  <c:v>874.39700000000005</c:v>
                </c:pt>
                <c:pt idx="71">
                  <c:v>872.08100000000002</c:v>
                </c:pt>
                <c:pt idx="72">
                  <c:v>869.78399999999999</c:v>
                </c:pt>
                <c:pt idx="73">
                  <c:v>867.50599999999997</c:v>
                </c:pt>
                <c:pt idx="74">
                  <c:v>865.24400000000003</c:v>
                </c:pt>
                <c:pt idx="75">
                  <c:v>862.99599999999998</c:v>
                </c:pt>
                <c:pt idx="76">
                  <c:v>860.76599999999996</c:v>
                </c:pt>
                <c:pt idx="77">
                  <c:v>858.55100000000004</c:v>
                </c:pt>
                <c:pt idx="78">
                  <c:v>856.35500000000002</c:v>
                </c:pt>
                <c:pt idx="79">
                  <c:v>854.178</c:v>
                </c:pt>
                <c:pt idx="80">
                  <c:v>852.02</c:v>
                </c:pt>
                <c:pt idx="81">
                  <c:v>849.88200000000006</c:v>
                </c:pt>
                <c:pt idx="82">
                  <c:v>847.76300000000003</c:v>
                </c:pt>
                <c:pt idx="83">
                  <c:v>845.66499999999996</c:v>
                </c:pt>
                <c:pt idx="84">
                  <c:v>843.58799999999997</c:v>
                </c:pt>
                <c:pt idx="85">
                  <c:v>841.53</c:v>
                </c:pt>
                <c:pt idx="86">
                  <c:v>839.48900000000003</c:v>
                </c:pt>
                <c:pt idx="87">
                  <c:v>837.46699999999998</c:v>
                </c:pt>
                <c:pt idx="88">
                  <c:v>835.46</c:v>
                </c:pt>
                <c:pt idx="89">
                  <c:v>833.47</c:v>
                </c:pt>
                <c:pt idx="90">
                  <c:v>831.49599999999998</c:v>
                </c:pt>
                <c:pt idx="91">
                  <c:v>829.54300000000001</c:v>
                </c:pt>
                <c:pt idx="92">
                  <c:v>827.60900000000004</c:v>
                </c:pt>
                <c:pt idx="93">
                  <c:v>825.69400000000007</c:v>
                </c:pt>
                <c:pt idx="94">
                  <c:v>823.79500000000007</c:v>
                </c:pt>
                <c:pt idx="95">
                  <c:v>821.91300000000001</c:v>
                </c:pt>
                <c:pt idx="96">
                  <c:v>820.04700000000003</c:v>
                </c:pt>
                <c:pt idx="97">
                  <c:v>818.19600000000003</c:v>
                </c:pt>
                <c:pt idx="98">
                  <c:v>816.36</c:v>
                </c:pt>
                <c:pt idx="99">
                  <c:v>814.54300000000001</c:v>
                </c:pt>
                <c:pt idx="100">
                  <c:v>812.74199999999996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1-2DE4-43A3-81E5-117AF3B59915}"/>
            </c:ext>
          </c:extLst>
        </c:ser>
        <c:ser>
          <c:idx val="2"/>
          <c:order val="2"/>
          <c:tx>
            <c:v>C1L2_exp</c:v>
          </c:tx>
          <c:spPr>
            <a:ln w="19050" cap="rnd">
              <a:solidFill>
                <a:schemeClr val="accent3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3"/>
              </a:solidFill>
              <a:ln w="9525">
                <a:solidFill>
                  <a:schemeClr val="accent3"/>
                </a:solidFill>
              </a:ln>
              <a:effectLst/>
            </c:spPr>
          </c:marker>
          <c:xVal>
            <c:numRef>
              <c:f>'C1L2'!$A$3:$A$26</c:f>
              <c:numCache>
                <c:formatCode>General</c:formatCode>
                <c:ptCount val="24"/>
                <c:pt idx="0">
                  <c:v>0</c:v>
                </c:pt>
                <c:pt idx="1">
                  <c:v>5.8303371878576295E-4</c:v>
                </c:pt>
                <c:pt idx="2">
                  <c:v>8.9398503546798107E-3</c:v>
                </c:pt>
                <c:pt idx="3">
                  <c:v>5.2473034690505502E-2</c:v>
                </c:pt>
                <c:pt idx="4">
                  <c:v>0.138373335924597</c:v>
                </c:pt>
                <c:pt idx="5">
                  <c:v>0.221941502283548</c:v>
                </c:pt>
                <c:pt idx="6">
                  <c:v>0.226217082887962</c:v>
                </c:pt>
                <c:pt idx="7">
                  <c:v>0.30939656010106198</c:v>
                </c:pt>
                <c:pt idx="8">
                  <c:v>0.50976581478961902</c:v>
                </c:pt>
                <c:pt idx="9">
                  <c:v>0.51287532795645996</c:v>
                </c:pt>
                <c:pt idx="10">
                  <c:v>0.78942765523272995</c:v>
                </c:pt>
                <c:pt idx="11">
                  <c:v>0.98901953162957401</c:v>
                </c:pt>
                <c:pt idx="12">
                  <c:v>1.3450587892332999</c:v>
                </c:pt>
                <c:pt idx="13">
                  <c:v>1.6231658730929801</c:v>
                </c:pt>
                <c:pt idx="14">
                  <c:v>2.1745214264891599</c:v>
                </c:pt>
                <c:pt idx="15">
                  <c:v>2.8829073948109798</c:v>
                </c:pt>
                <c:pt idx="16">
                  <c:v>3.51161208823242</c:v>
                </c:pt>
                <c:pt idx="17">
                  <c:v>4.5309493732387498</c:v>
                </c:pt>
                <c:pt idx="18">
                  <c:v>6.9577300553882102</c:v>
                </c:pt>
                <c:pt idx="19">
                  <c:v>8.3653677971042502</c:v>
                </c:pt>
                <c:pt idx="20">
                  <c:v>10.084345544650599</c:v>
                </c:pt>
                <c:pt idx="21">
                  <c:v>12.270721990088401</c:v>
                </c:pt>
                <c:pt idx="22">
                  <c:v>14.924302788844599</c:v>
                </c:pt>
                <c:pt idx="23">
                  <c:v>17.655232727626</c:v>
                </c:pt>
              </c:numCache>
            </c:numRef>
          </c:xVal>
          <c:yVal>
            <c:numRef>
              <c:f>'C1L2'!$B$3:$B$26</c:f>
              <c:numCache>
                <c:formatCode>General</c:formatCode>
                <c:ptCount val="24"/>
                <c:pt idx="0">
                  <c:v>0</c:v>
                </c:pt>
                <c:pt idx="1">
                  <c:v>10.4673986978912</c:v>
                </c:pt>
                <c:pt idx="2">
                  <c:v>74.647750461568293</c:v>
                </c:pt>
                <c:pt idx="3">
                  <c:v>108.98260616072299</c:v>
                </c:pt>
                <c:pt idx="4">
                  <c:v>168.69691963851901</c:v>
                </c:pt>
                <c:pt idx="5">
                  <c:v>210.50043727528899</c:v>
                </c:pt>
                <c:pt idx="6">
                  <c:v>243.33689631716999</c:v>
                </c:pt>
                <c:pt idx="7">
                  <c:v>282.15528131376902</c:v>
                </c:pt>
                <c:pt idx="8">
                  <c:v>320.99115732193098</c:v>
                </c:pt>
                <c:pt idx="9">
                  <c:v>344.872218443299</c:v>
                </c:pt>
                <c:pt idx="10">
                  <c:v>368.79409192498201</c:v>
                </c:pt>
                <c:pt idx="11">
                  <c:v>401.65970265280299</c:v>
                </c:pt>
                <c:pt idx="12">
                  <c:v>436.04120104946003</c:v>
                </c:pt>
                <c:pt idx="13">
                  <c:v>471.90360509182699</c:v>
                </c:pt>
                <c:pt idx="14">
                  <c:v>506.31425517442398</c:v>
                </c:pt>
                <c:pt idx="15">
                  <c:v>546.71849188611395</c:v>
                </c:pt>
                <c:pt idx="16">
                  <c:v>575.17053736274397</c:v>
                </c:pt>
                <c:pt idx="17">
                  <c:v>603.68088621125196</c:v>
                </c:pt>
                <c:pt idx="18">
                  <c:v>641.35652511903595</c:v>
                </c:pt>
                <c:pt idx="19">
                  <c:v>652.01438149839601</c:v>
                </c:pt>
                <c:pt idx="20">
                  <c:v>653.76348265474599</c:v>
                </c:pt>
                <c:pt idx="21">
                  <c:v>645.13458361675202</c:v>
                </c:pt>
                <c:pt idx="22">
                  <c:v>624.635118064327</c:v>
                </c:pt>
                <c:pt idx="23">
                  <c:v>598.17704790593598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2-2DE4-43A3-81E5-117AF3B59915}"/>
            </c:ext>
          </c:extLst>
        </c:ser>
        <c:ser>
          <c:idx val="3"/>
          <c:order val="3"/>
          <c:tx>
            <c:v>C1L2_b/200</c:v>
          </c:tx>
          <c:spPr>
            <a:ln w="19050" cap="rnd">
              <a:solidFill>
                <a:schemeClr val="accent4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4"/>
              </a:solidFill>
              <a:ln w="9525">
                <a:solidFill>
                  <a:schemeClr val="accent4"/>
                </a:solidFill>
              </a:ln>
              <a:effectLst/>
            </c:spPr>
          </c:marker>
          <c:xVal>
            <c:numRef>
              <c:f>'C1L2'!$U$3:$U$103</c:f>
              <c:numCache>
                <c:formatCode>General</c:formatCode>
                <c:ptCount val="101"/>
                <c:pt idx="0">
                  <c:v>1.0815999999999999E-2</c:v>
                </c:pt>
                <c:pt idx="1">
                  <c:v>-1.0032599999999999E-2</c:v>
                </c:pt>
                <c:pt idx="2">
                  <c:v>-9.2481999999999998E-3</c:v>
                </c:pt>
                <c:pt idx="3">
                  <c:v>-8.0694500000000006E-3</c:v>
                </c:pt>
                <c:pt idx="4">
                  <c:v>-6.2966300000000001E-3</c:v>
                </c:pt>
                <c:pt idx="5">
                  <c:v>-3.6268099999999998E-3</c:v>
                </c:pt>
                <c:pt idx="6">
                  <c:v>4.0188300000000001E-4</c:v>
                </c:pt>
                <c:pt idx="7">
                  <c:v>6.4991800000000002E-3</c:v>
                </c:pt>
                <c:pt idx="8">
                  <c:v>1.5768399999999998E-2</c:v>
                </c:pt>
                <c:pt idx="9">
                  <c:v>2.9953799999999999E-2</c:v>
                </c:pt>
                <c:pt idx="10">
                  <c:v>5.18787E-2</c:v>
                </c:pt>
                <c:pt idx="11">
                  <c:v>8.62647E-2</c:v>
                </c:pt>
                <c:pt idx="12">
                  <c:v>0.141348</c:v>
                </c:pt>
                <c:pt idx="13">
                  <c:v>0.232208</c:v>
                </c:pt>
                <c:pt idx="14">
                  <c:v>0.34981499999999999</c:v>
                </c:pt>
                <c:pt idx="15">
                  <c:v>0.48045300000000002</c:v>
                </c:pt>
                <c:pt idx="16">
                  <c:v>0.62287199999999998</c:v>
                </c:pt>
                <c:pt idx="17">
                  <c:v>0.77523699999999995</c:v>
                </c:pt>
                <c:pt idx="18">
                  <c:v>0.93554000000000004</c:v>
                </c:pt>
                <c:pt idx="19">
                  <c:v>1.1019300000000001</c:v>
                </c:pt>
                <c:pt idx="20">
                  <c:v>1.2728699999999999</c:v>
                </c:pt>
                <c:pt idx="21">
                  <c:v>1.44719</c:v>
                </c:pt>
                <c:pt idx="22">
                  <c:v>1.62399</c:v>
                </c:pt>
                <c:pt idx="23">
                  <c:v>1.8026500000000001</c:v>
                </c:pt>
                <c:pt idx="24">
                  <c:v>1.9826900000000001</c:v>
                </c:pt>
                <c:pt idx="25">
                  <c:v>2.1637900000000001</c:v>
                </c:pt>
                <c:pt idx="26">
                  <c:v>2.3456899999999998</c:v>
                </c:pt>
                <c:pt idx="27">
                  <c:v>2.5282100000000001</c:v>
                </c:pt>
                <c:pt idx="28">
                  <c:v>2.71122</c:v>
                </c:pt>
                <c:pt idx="29">
                  <c:v>2.8946200000000002</c:v>
                </c:pt>
                <c:pt idx="30">
                  <c:v>3.0783299999999998</c:v>
                </c:pt>
                <c:pt idx="31">
                  <c:v>3.2622900000000001</c:v>
                </c:pt>
                <c:pt idx="32">
                  <c:v>3.4464600000000001</c:v>
                </c:pt>
                <c:pt idx="33">
                  <c:v>3.6307999999999998</c:v>
                </c:pt>
                <c:pt idx="34">
                  <c:v>3.81528</c:v>
                </c:pt>
                <c:pt idx="35">
                  <c:v>3.9998800000000001</c:v>
                </c:pt>
                <c:pt idx="36">
                  <c:v>4.1845699999999999</c:v>
                </c:pt>
                <c:pt idx="37">
                  <c:v>4.3693499999999998</c:v>
                </c:pt>
                <c:pt idx="38">
                  <c:v>4.5542100000000003</c:v>
                </c:pt>
                <c:pt idx="39">
                  <c:v>4.7391199999999998</c:v>
                </c:pt>
                <c:pt idx="40">
                  <c:v>4.9240899999999996</c:v>
                </c:pt>
                <c:pt idx="41">
                  <c:v>5.1091100000000003</c:v>
                </c:pt>
                <c:pt idx="42">
                  <c:v>5.2941599999999998</c:v>
                </c:pt>
                <c:pt idx="43">
                  <c:v>5.4792500000000004</c:v>
                </c:pt>
                <c:pt idx="44">
                  <c:v>5.6643800000000004</c:v>
                </c:pt>
                <c:pt idx="45">
                  <c:v>5.8495200000000001</c:v>
                </c:pt>
                <c:pt idx="46">
                  <c:v>6.0347</c:v>
                </c:pt>
                <c:pt idx="47">
                  <c:v>6.2198900000000004</c:v>
                </c:pt>
                <c:pt idx="48">
                  <c:v>6.4051099999999996</c:v>
                </c:pt>
                <c:pt idx="49">
                  <c:v>6.5903400000000003</c:v>
                </c:pt>
                <c:pt idx="50">
                  <c:v>6.7755799999999997</c:v>
                </c:pt>
                <c:pt idx="51">
                  <c:v>6.9608400000000001</c:v>
                </c:pt>
                <c:pt idx="52">
                  <c:v>7.1461300000000003</c:v>
                </c:pt>
                <c:pt idx="53">
                  <c:v>7.3314399999999997</c:v>
                </c:pt>
                <c:pt idx="54">
                  <c:v>7.5167599999999997</c:v>
                </c:pt>
                <c:pt idx="55">
                  <c:v>7.7021100000000002</c:v>
                </c:pt>
                <c:pt idx="56">
                  <c:v>7.8874899999999997</c:v>
                </c:pt>
                <c:pt idx="57">
                  <c:v>8.0729799999999994</c:v>
                </c:pt>
                <c:pt idx="58">
                  <c:v>8.2585599999999992</c:v>
                </c:pt>
                <c:pt idx="59">
                  <c:v>8.4441900000000008</c:v>
                </c:pt>
                <c:pt idx="60">
                  <c:v>8.6298999999999992</c:v>
                </c:pt>
                <c:pt idx="61">
                  <c:v>8.8157399999999999</c:v>
                </c:pt>
                <c:pt idx="62">
                  <c:v>9.0017099999999992</c:v>
                </c:pt>
                <c:pt idx="63">
                  <c:v>9.1878299999999999</c:v>
                </c:pt>
                <c:pt idx="64">
                  <c:v>9.3740400000000008</c:v>
                </c:pt>
                <c:pt idx="65">
                  <c:v>9.5603499999999997</c:v>
                </c:pt>
                <c:pt idx="66">
                  <c:v>9.74681</c:v>
                </c:pt>
                <c:pt idx="67">
                  <c:v>9.9334399999999992</c:v>
                </c:pt>
                <c:pt idx="68">
                  <c:v>10.1203</c:v>
                </c:pt>
                <c:pt idx="69">
                  <c:v>10.3073</c:v>
                </c:pt>
                <c:pt idx="70">
                  <c:v>10.4945</c:v>
                </c:pt>
                <c:pt idx="71">
                  <c:v>10.681699999999999</c:v>
                </c:pt>
                <c:pt idx="72">
                  <c:v>10.869</c:v>
                </c:pt>
                <c:pt idx="73">
                  <c:v>11.0565</c:v>
                </c:pt>
                <c:pt idx="74">
                  <c:v>11.2441</c:v>
                </c:pt>
                <c:pt idx="75">
                  <c:v>11.431800000000001</c:v>
                </c:pt>
                <c:pt idx="76">
                  <c:v>11.6196</c:v>
                </c:pt>
                <c:pt idx="77">
                  <c:v>11.8073</c:v>
                </c:pt>
                <c:pt idx="78">
                  <c:v>11.995100000000001</c:v>
                </c:pt>
                <c:pt idx="79">
                  <c:v>12.1829</c:v>
                </c:pt>
                <c:pt idx="80">
                  <c:v>12.370900000000001</c:v>
                </c:pt>
                <c:pt idx="81">
                  <c:v>12.558999999999999</c:v>
                </c:pt>
                <c:pt idx="82">
                  <c:v>12.7471</c:v>
                </c:pt>
                <c:pt idx="83">
                  <c:v>12.9352</c:v>
                </c:pt>
                <c:pt idx="84">
                  <c:v>13.1233</c:v>
                </c:pt>
                <c:pt idx="85">
                  <c:v>13.311400000000001</c:v>
                </c:pt>
                <c:pt idx="86">
                  <c:v>13.499599999999999</c:v>
                </c:pt>
                <c:pt idx="87">
                  <c:v>13.687799999999999</c:v>
                </c:pt>
                <c:pt idx="88">
                  <c:v>13.876099999999999</c:v>
                </c:pt>
                <c:pt idx="89">
                  <c:v>14.064500000000001</c:v>
                </c:pt>
                <c:pt idx="90">
                  <c:v>14.2529</c:v>
                </c:pt>
                <c:pt idx="91">
                  <c:v>14.4413</c:v>
                </c:pt>
                <c:pt idx="92">
                  <c:v>14.6297</c:v>
                </c:pt>
                <c:pt idx="93">
                  <c:v>14.818199999999999</c:v>
                </c:pt>
                <c:pt idx="94">
                  <c:v>15.0067</c:v>
                </c:pt>
                <c:pt idx="95">
                  <c:v>15.1952</c:v>
                </c:pt>
                <c:pt idx="96">
                  <c:v>15.383800000000001</c:v>
                </c:pt>
                <c:pt idx="97">
                  <c:v>15.5725</c:v>
                </c:pt>
                <c:pt idx="98">
                  <c:v>15.761100000000001</c:v>
                </c:pt>
                <c:pt idx="99">
                  <c:v>15.9499</c:v>
                </c:pt>
                <c:pt idx="100">
                  <c:v>16.1386</c:v>
                </c:pt>
              </c:numCache>
            </c:numRef>
          </c:xVal>
          <c:yVal>
            <c:numRef>
              <c:f>'C1L2'!$V$3:$V$103</c:f>
              <c:numCache>
                <c:formatCode>General</c:formatCode>
                <c:ptCount val="101"/>
                <c:pt idx="0">
                  <c:v>-3.9097899999999998E-8</c:v>
                </c:pt>
                <c:pt idx="1">
                  <c:v>0.62496400000000008</c:v>
                </c:pt>
                <c:pt idx="2">
                  <c:v>1.2497499999999999</c:v>
                </c:pt>
                <c:pt idx="3">
                  <c:v>2.1865300000000003</c:v>
                </c:pt>
                <c:pt idx="4">
                  <c:v>3.59084</c:v>
                </c:pt>
                <c:pt idx="5">
                  <c:v>5.69536</c:v>
                </c:pt>
                <c:pt idx="6">
                  <c:v>8.8477300000000003</c:v>
                </c:pt>
                <c:pt idx="7">
                  <c:v>13.5662</c:v>
                </c:pt>
                <c:pt idx="8">
                  <c:v>20.6206</c:v>
                </c:pt>
                <c:pt idx="9">
                  <c:v>31.1526</c:v>
                </c:pt>
                <c:pt idx="10">
                  <c:v>46.8215</c:v>
                </c:pt>
                <c:pt idx="11">
                  <c:v>70.018900000000002</c:v>
                </c:pt>
                <c:pt idx="12">
                  <c:v>104.04900000000001</c:v>
                </c:pt>
                <c:pt idx="13">
                  <c:v>153.09399999999999</c:v>
                </c:pt>
                <c:pt idx="14">
                  <c:v>206.215</c:v>
                </c:pt>
                <c:pt idx="15">
                  <c:v>254.851</c:v>
                </c:pt>
                <c:pt idx="16">
                  <c:v>298.58600000000001</c:v>
                </c:pt>
                <c:pt idx="17">
                  <c:v>337.33199999999999</c:v>
                </c:pt>
                <c:pt idx="18">
                  <c:v>371.31900000000002</c:v>
                </c:pt>
                <c:pt idx="19">
                  <c:v>400.97399999999999</c:v>
                </c:pt>
                <c:pt idx="20">
                  <c:v>426.82</c:v>
                </c:pt>
                <c:pt idx="21">
                  <c:v>449.39</c:v>
                </c:pt>
                <c:pt idx="22">
                  <c:v>469.16200000000003</c:v>
                </c:pt>
                <c:pt idx="23">
                  <c:v>486.57</c:v>
                </c:pt>
                <c:pt idx="24">
                  <c:v>501.97399999999999</c:v>
                </c:pt>
                <c:pt idx="25">
                  <c:v>515.67899999999997</c:v>
                </c:pt>
                <c:pt idx="26">
                  <c:v>527.93399999999997</c:v>
                </c:pt>
                <c:pt idx="27">
                  <c:v>538.94899999999996</c:v>
                </c:pt>
                <c:pt idx="28">
                  <c:v>548.89599999999996</c:v>
                </c:pt>
                <c:pt idx="29">
                  <c:v>557.91800000000001</c:v>
                </c:pt>
                <c:pt idx="30">
                  <c:v>566.13599999999997</c:v>
                </c:pt>
                <c:pt idx="31">
                  <c:v>573.65</c:v>
                </c:pt>
                <c:pt idx="32">
                  <c:v>580.54600000000005</c:v>
                </c:pt>
                <c:pt idx="33">
                  <c:v>586.89499999999998</c:v>
                </c:pt>
                <c:pt idx="34">
                  <c:v>592.76</c:v>
                </c:pt>
                <c:pt idx="35">
                  <c:v>598.19299999999998</c:v>
                </c:pt>
                <c:pt idx="36">
                  <c:v>603.24</c:v>
                </c:pt>
                <c:pt idx="37">
                  <c:v>607.94000000000005</c:v>
                </c:pt>
                <c:pt idx="38">
                  <c:v>612.32799999999997</c:v>
                </c:pt>
                <c:pt idx="39">
                  <c:v>616.43299999999999</c:v>
                </c:pt>
                <c:pt idx="40">
                  <c:v>620.28100000000006</c:v>
                </c:pt>
                <c:pt idx="41">
                  <c:v>623.89700000000005</c:v>
                </c:pt>
                <c:pt idx="42">
                  <c:v>627.30000000000007</c:v>
                </c:pt>
                <c:pt idx="43">
                  <c:v>630.50900000000001</c:v>
                </c:pt>
                <c:pt idx="44">
                  <c:v>633.53899999999999</c:v>
                </c:pt>
                <c:pt idx="45">
                  <c:v>636.40499999999997</c:v>
                </c:pt>
                <c:pt idx="46">
                  <c:v>639.12</c:v>
                </c:pt>
                <c:pt idx="47">
                  <c:v>641.69600000000003</c:v>
                </c:pt>
                <c:pt idx="48">
                  <c:v>644.14300000000003</c:v>
                </c:pt>
                <c:pt idx="49">
                  <c:v>646.47</c:v>
                </c:pt>
                <c:pt idx="50">
                  <c:v>648.68700000000001</c:v>
                </c:pt>
                <c:pt idx="51">
                  <c:v>650.798</c:v>
                </c:pt>
                <c:pt idx="52">
                  <c:v>652.80100000000004</c:v>
                </c:pt>
                <c:pt idx="53">
                  <c:v>654.70299999999997</c:v>
                </c:pt>
                <c:pt idx="54">
                  <c:v>656.51200000000006</c:v>
                </c:pt>
                <c:pt idx="55">
                  <c:v>658.22900000000004</c:v>
                </c:pt>
                <c:pt idx="56">
                  <c:v>659.851</c:v>
                </c:pt>
                <c:pt idx="57">
                  <c:v>661.33900000000006</c:v>
                </c:pt>
                <c:pt idx="58">
                  <c:v>662.702</c:v>
                </c:pt>
                <c:pt idx="59">
                  <c:v>663.96400000000006</c:v>
                </c:pt>
                <c:pt idx="60">
                  <c:v>665.1</c:v>
                </c:pt>
                <c:pt idx="61">
                  <c:v>666.09900000000005</c:v>
                </c:pt>
                <c:pt idx="62">
                  <c:v>666.96199999999999</c:v>
                </c:pt>
                <c:pt idx="63">
                  <c:v>667.69600000000003</c:v>
                </c:pt>
                <c:pt idx="64">
                  <c:v>668.31600000000003</c:v>
                </c:pt>
                <c:pt idx="65">
                  <c:v>668.82500000000005</c:v>
                </c:pt>
                <c:pt idx="66">
                  <c:v>669.20600000000002</c:v>
                </c:pt>
                <c:pt idx="67">
                  <c:v>669.44600000000003</c:v>
                </c:pt>
                <c:pt idx="68">
                  <c:v>669.56100000000004</c:v>
                </c:pt>
                <c:pt idx="69">
                  <c:v>669.54499999999996</c:v>
                </c:pt>
                <c:pt idx="70">
                  <c:v>669.43399999999997</c:v>
                </c:pt>
                <c:pt idx="71">
                  <c:v>669.24400000000003</c:v>
                </c:pt>
                <c:pt idx="72">
                  <c:v>668.96699999999998</c:v>
                </c:pt>
                <c:pt idx="73">
                  <c:v>668.59299999999996</c:v>
                </c:pt>
                <c:pt idx="74">
                  <c:v>668.12199999999996</c:v>
                </c:pt>
                <c:pt idx="75">
                  <c:v>667.57900000000006</c:v>
                </c:pt>
                <c:pt idx="76">
                  <c:v>666.99099999999999</c:v>
                </c:pt>
                <c:pt idx="77">
                  <c:v>666.35199999999998</c:v>
                </c:pt>
                <c:pt idx="78">
                  <c:v>665.67399999999998</c:v>
                </c:pt>
                <c:pt idx="79">
                  <c:v>664.94399999999996</c:v>
                </c:pt>
                <c:pt idx="80">
                  <c:v>664.15</c:v>
                </c:pt>
                <c:pt idx="81">
                  <c:v>663.30500000000006</c:v>
                </c:pt>
                <c:pt idx="82">
                  <c:v>662.42600000000004</c:v>
                </c:pt>
                <c:pt idx="83">
                  <c:v>661.524</c:v>
                </c:pt>
                <c:pt idx="84">
                  <c:v>660.59400000000005</c:v>
                </c:pt>
                <c:pt idx="85">
                  <c:v>659.63900000000001</c:v>
                </c:pt>
                <c:pt idx="86">
                  <c:v>658.65700000000004</c:v>
                </c:pt>
                <c:pt idx="87">
                  <c:v>657.64</c:v>
                </c:pt>
                <c:pt idx="88">
                  <c:v>656.59199999999998</c:v>
                </c:pt>
                <c:pt idx="89">
                  <c:v>655.524</c:v>
                </c:pt>
                <c:pt idx="90">
                  <c:v>654.44000000000005</c:v>
                </c:pt>
                <c:pt idx="91">
                  <c:v>653.34199999999998</c:v>
                </c:pt>
                <c:pt idx="92">
                  <c:v>652.22699999999998</c:v>
                </c:pt>
                <c:pt idx="93">
                  <c:v>651.09100000000001</c:v>
                </c:pt>
                <c:pt idx="94">
                  <c:v>649.93899999999996</c:v>
                </c:pt>
                <c:pt idx="95">
                  <c:v>648.76900000000001</c:v>
                </c:pt>
                <c:pt idx="96">
                  <c:v>647.58500000000004</c:v>
                </c:pt>
                <c:pt idx="97">
                  <c:v>646.39099999999996</c:v>
                </c:pt>
                <c:pt idx="98">
                  <c:v>645.18899999999996</c:v>
                </c:pt>
                <c:pt idx="99">
                  <c:v>643.976</c:v>
                </c:pt>
                <c:pt idx="100">
                  <c:v>642.755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3-2DE4-43A3-81E5-117AF3B59915}"/>
            </c:ext>
          </c:extLst>
        </c:ser>
        <c:ser>
          <c:idx val="4"/>
          <c:order val="4"/>
          <c:tx>
            <c:v>C1L3_exp</c:v>
          </c:tx>
          <c:spPr>
            <a:ln w="19050" cap="rnd">
              <a:solidFill>
                <a:schemeClr val="accent5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5"/>
              </a:solidFill>
              <a:ln w="9525">
                <a:solidFill>
                  <a:schemeClr val="accent5"/>
                </a:solidFill>
              </a:ln>
              <a:effectLst/>
            </c:spPr>
          </c:marker>
          <c:xVal>
            <c:numRef>
              <c:f>'C1L3'!$A$3:$A$15</c:f>
              <c:numCache>
                <c:formatCode>General</c:formatCode>
                <c:ptCount val="13"/>
                <c:pt idx="0">
                  <c:v>0.32211294397442197</c:v>
                </c:pt>
                <c:pt idx="1">
                  <c:v>1.0915336463532701</c:v>
                </c:pt>
                <c:pt idx="2">
                  <c:v>2.4836494150134798</c:v>
                </c:pt>
                <c:pt idx="3">
                  <c:v>4.6413142887618699</c:v>
                </c:pt>
                <c:pt idx="4">
                  <c:v>7.0695959119092997</c:v>
                </c:pt>
                <c:pt idx="5">
                  <c:v>9.2049793481889193</c:v>
                </c:pt>
                <c:pt idx="6">
                  <c:v>12.5544640899474</c:v>
                </c:pt>
                <c:pt idx="7">
                  <c:v>17.772429091498001</c:v>
                </c:pt>
                <c:pt idx="8">
                  <c:v>25.5913173504842</c:v>
                </c:pt>
                <c:pt idx="9">
                  <c:v>33.404516731818703</c:v>
                </c:pt>
                <c:pt idx="10">
                  <c:v>41.5361352372637</c:v>
                </c:pt>
                <c:pt idx="11">
                  <c:v>48.609780523890301</c:v>
                </c:pt>
                <c:pt idx="12">
                  <c:v>61.291236955581297</c:v>
                </c:pt>
              </c:numCache>
            </c:numRef>
          </c:xVal>
          <c:yVal>
            <c:numRef>
              <c:f>'C1L3'!$B$3:$B$15</c:f>
              <c:numCache>
                <c:formatCode>General</c:formatCode>
                <c:ptCount val="13"/>
                <c:pt idx="0">
                  <c:v>10.4916335967732</c:v>
                </c:pt>
                <c:pt idx="1">
                  <c:v>71.059217660804507</c:v>
                </c:pt>
                <c:pt idx="2">
                  <c:v>151.80888531578199</c:v>
                </c:pt>
                <c:pt idx="3">
                  <c:v>220.116503473573</c:v>
                </c:pt>
                <c:pt idx="4">
                  <c:v>265.117896063415</c:v>
                </c:pt>
                <c:pt idx="5">
                  <c:v>296.92109250154499</c:v>
                </c:pt>
                <c:pt idx="6">
                  <c:v>317.82692774927801</c:v>
                </c:pt>
                <c:pt idx="7">
                  <c:v>333.25958862303401</c:v>
                </c:pt>
                <c:pt idx="8">
                  <c:v>343.204852928685</c:v>
                </c:pt>
                <c:pt idx="9">
                  <c:v>343.82983934846499</c:v>
                </c:pt>
                <c:pt idx="10">
                  <c:v>332.79815743573801</c:v>
                </c:pt>
                <c:pt idx="11">
                  <c:v>321.78701869230798</c:v>
                </c:pt>
                <c:pt idx="12">
                  <c:v>298.23980594606201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4-2DE4-43A3-81E5-117AF3B59915}"/>
            </c:ext>
          </c:extLst>
        </c:ser>
        <c:ser>
          <c:idx val="5"/>
          <c:order val="5"/>
          <c:tx>
            <c:v>C1L3_b/200</c:v>
          </c:tx>
          <c:spPr>
            <a:ln w="19050" cap="rnd">
              <a:solidFill>
                <a:schemeClr val="accent6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6"/>
              </a:solidFill>
              <a:ln w="9525">
                <a:solidFill>
                  <a:schemeClr val="accent6"/>
                </a:solidFill>
              </a:ln>
              <a:effectLst/>
            </c:spPr>
          </c:marker>
          <c:xVal>
            <c:numRef>
              <c:f>'C1L3'!$Z$3:$Z$153</c:f>
              <c:numCache>
                <c:formatCode>General</c:formatCode>
                <c:ptCount val="151"/>
                <c:pt idx="0">
                  <c:v>2.12666E-2</c:v>
                </c:pt>
                <c:pt idx="1">
                  <c:v>0.41475600000000001</c:v>
                </c:pt>
                <c:pt idx="2">
                  <c:v>0.82108400000000004</c:v>
                </c:pt>
                <c:pt idx="3">
                  <c:v>1.23525</c:v>
                </c:pt>
                <c:pt idx="4">
                  <c:v>1.65422</c:v>
                </c:pt>
                <c:pt idx="5">
                  <c:v>2.0761699999999998</c:v>
                </c:pt>
                <c:pt idx="6">
                  <c:v>2.5000300000000002</c:v>
                </c:pt>
                <c:pt idx="7">
                  <c:v>2.9251299999999998</c:v>
                </c:pt>
                <c:pt idx="8">
                  <c:v>3.3510599999999999</c:v>
                </c:pt>
                <c:pt idx="9">
                  <c:v>3.7775400000000001</c:v>
                </c:pt>
                <c:pt idx="10">
                  <c:v>4.2044100000000002</c:v>
                </c:pt>
                <c:pt idx="11">
                  <c:v>4.6315400000000002</c:v>
                </c:pt>
                <c:pt idx="12">
                  <c:v>5.0588600000000001</c:v>
                </c:pt>
                <c:pt idx="13">
                  <c:v>5.4863200000000001</c:v>
                </c:pt>
                <c:pt idx="14">
                  <c:v>5.9138599999999997</c:v>
                </c:pt>
                <c:pt idx="15">
                  <c:v>6.3414799999999998</c:v>
                </c:pt>
                <c:pt idx="16">
                  <c:v>6.7691400000000002</c:v>
                </c:pt>
                <c:pt idx="17">
                  <c:v>7.1968399999999999</c:v>
                </c:pt>
                <c:pt idx="18">
                  <c:v>7.6245599999999998</c:v>
                </c:pt>
                <c:pt idx="19">
                  <c:v>8.0522899999999993</c:v>
                </c:pt>
                <c:pt idx="20">
                  <c:v>8.4800400000000007</c:v>
                </c:pt>
                <c:pt idx="21">
                  <c:v>8.9077800000000007</c:v>
                </c:pt>
                <c:pt idx="22">
                  <c:v>9.3355300000000003</c:v>
                </c:pt>
                <c:pt idx="23">
                  <c:v>9.76328</c:v>
                </c:pt>
                <c:pt idx="24">
                  <c:v>10.191000000000001</c:v>
                </c:pt>
                <c:pt idx="25">
                  <c:v>10.6188</c:v>
                </c:pt>
                <c:pt idx="26">
                  <c:v>11.0465</c:v>
                </c:pt>
                <c:pt idx="27">
                  <c:v>11.4742</c:v>
                </c:pt>
                <c:pt idx="28">
                  <c:v>11.901899999999999</c:v>
                </c:pt>
                <c:pt idx="29">
                  <c:v>12.329599999999999</c:v>
                </c:pt>
                <c:pt idx="30">
                  <c:v>12.757300000000001</c:v>
                </c:pt>
                <c:pt idx="31">
                  <c:v>13.185</c:v>
                </c:pt>
                <c:pt idx="32">
                  <c:v>13.6126</c:v>
                </c:pt>
                <c:pt idx="33">
                  <c:v>14.0403</c:v>
                </c:pt>
                <c:pt idx="34">
                  <c:v>14.4679</c:v>
                </c:pt>
                <c:pt idx="35">
                  <c:v>14.8956</c:v>
                </c:pt>
                <c:pt idx="36">
                  <c:v>15.3232</c:v>
                </c:pt>
                <c:pt idx="37">
                  <c:v>15.7508</c:v>
                </c:pt>
                <c:pt idx="38">
                  <c:v>16.1784</c:v>
                </c:pt>
                <c:pt idx="39">
                  <c:v>16.606000000000002</c:v>
                </c:pt>
                <c:pt idx="40">
                  <c:v>17.0335</c:v>
                </c:pt>
                <c:pt idx="41">
                  <c:v>17.461099999999998</c:v>
                </c:pt>
                <c:pt idx="42">
                  <c:v>17.8886</c:v>
                </c:pt>
                <c:pt idx="43">
                  <c:v>18.316199999999998</c:v>
                </c:pt>
                <c:pt idx="44">
                  <c:v>18.7437</c:v>
                </c:pt>
                <c:pt idx="45">
                  <c:v>19.171199999999999</c:v>
                </c:pt>
                <c:pt idx="46">
                  <c:v>19.598600000000001</c:v>
                </c:pt>
                <c:pt idx="47">
                  <c:v>20.0261</c:v>
                </c:pt>
                <c:pt idx="48">
                  <c:v>20.453499999999998</c:v>
                </c:pt>
                <c:pt idx="49">
                  <c:v>20.881</c:v>
                </c:pt>
                <c:pt idx="50">
                  <c:v>21.308399999999999</c:v>
                </c:pt>
                <c:pt idx="51">
                  <c:v>21.735800000000001</c:v>
                </c:pt>
                <c:pt idx="52">
                  <c:v>22.1632</c:v>
                </c:pt>
                <c:pt idx="53">
                  <c:v>22.590499999999999</c:v>
                </c:pt>
                <c:pt idx="54">
                  <c:v>23.017900000000001</c:v>
                </c:pt>
                <c:pt idx="55">
                  <c:v>23.4452</c:v>
                </c:pt>
                <c:pt idx="56">
                  <c:v>23.872599999999998</c:v>
                </c:pt>
                <c:pt idx="57">
                  <c:v>24.3</c:v>
                </c:pt>
                <c:pt idx="58">
                  <c:v>24.727399999999999</c:v>
                </c:pt>
                <c:pt idx="59">
                  <c:v>25.154900000000001</c:v>
                </c:pt>
                <c:pt idx="60">
                  <c:v>25.582599999999999</c:v>
                </c:pt>
                <c:pt idx="61">
                  <c:v>26.0105</c:v>
                </c:pt>
                <c:pt idx="62">
                  <c:v>26.438700000000001</c:v>
                </c:pt>
                <c:pt idx="63">
                  <c:v>26.867000000000001</c:v>
                </c:pt>
                <c:pt idx="64">
                  <c:v>27.295500000000001</c:v>
                </c:pt>
                <c:pt idx="65">
                  <c:v>27.724399999999999</c:v>
                </c:pt>
                <c:pt idx="66">
                  <c:v>28.153700000000001</c:v>
                </c:pt>
                <c:pt idx="67">
                  <c:v>28.583300000000001</c:v>
                </c:pt>
                <c:pt idx="68">
                  <c:v>29.013200000000001</c:v>
                </c:pt>
                <c:pt idx="69">
                  <c:v>29.4434</c:v>
                </c:pt>
                <c:pt idx="70">
                  <c:v>29.873899999999999</c:v>
                </c:pt>
                <c:pt idx="71">
                  <c:v>30.3047</c:v>
                </c:pt>
                <c:pt idx="72">
                  <c:v>30.735900000000001</c:v>
                </c:pt>
                <c:pt idx="73">
                  <c:v>31.167200000000001</c:v>
                </c:pt>
                <c:pt idx="74">
                  <c:v>31.598700000000001</c:v>
                </c:pt>
                <c:pt idx="75">
                  <c:v>32.0304</c:v>
                </c:pt>
                <c:pt idx="76">
                  <c:v>32.462200000000003</c:v>
                </c:pt>
                <c:pt idx="77">
                  <c:v>32.894199999999998</c:v>
                </c:pt>
                <c:pt idx="78">
                  <c:v>33.3262</c:v>
                </c:pt>
                <c:pt idx="79">
                  <c:v>33.758400000000002</c:v>
                </c:pt>
                <c:pt idx="80">
                  <c:v>34.190800000000003</c:v>
                </c:pt>
                <c:pt idx="81">
                  <c:v>34.623399999999997</c:v>
                </c:pt>
                <c:pt idx="82">
                  <c:v>35.056100000000001</c:v>
                </c:pt>
                <c:pt idx="83">
                  <c:v>35.488999999999997</c:v>
                </c:pt>
                <c:pt idx="84">
                  <c:v>35.921799999999998</c:v>
                </c:pt>
                <c:pt idx="85">
                  <c:v>36.354799999999997</c:v>
                </c:pt>
                <c:pt idx="86">
                  <c:v>36.787999999999997</c:v>
                </c:pt>
                <c:pt idx="87">
                  <c:v>37.221299999999999</c:v>
                </c:pt>
                <c:pt idx="88">
                  <c:v>37.654600000000002</c:v>
                </c:pt>
                <c:pt idx="89">
                  <c:v>38.088099999999997</c:v>
                </c:pt>
                <c:pt idx="90">
                  <c:v>38.521799999999999</c:v>
                </c:pt>
                <c:pt idx="91">
                  <c:v>38.9557</c:v>
                </c:pt>
                <c:pt idx="92">
                  <c:v>39.389699999999998</c:v>
                </c:pt>
                <c:pt idx="93">
                  <c:v>39.823700000000002</c:v>
                </c:pt>
                <c:pt idx="94">
                  <c:v>40.2577</c:v>
                </c:pt>
                <c:pt idx="95">
                  <c:v>40.691899999999997</c:v>
                </c:pt>
                <c:pt idx="96">
                  <c:v>41.126199999999997</c:v>
                </c:pt>
                <c:pt idx="97">
                  <c:v>41.560499999999998</c:v>
                </c:pt>
                <c:pt idx="98">
                  <c:v>41.994900000000001</c:v>
                </c:pt>
                <c:pt idx="99">
                  <c:v>42.429400000000001</c:v>
                </c:pt>
                <c:pt idx="100">
                  <c:v>42.863900000000001</c:v>
                </c:pt>
                <c:pt idx="101">
                  <c:v>43.298499999999997</c:v>
                </c:pt>
                <c:pt idx="102">
                  <c:v>43.7331</c:v>
                </c:pt>
                <c:pt idx="103">
                  <c:v>44.167700000000004</c:v>
                </c:pt>
                <c:pt idx="104">
                  <c:v>44.602400000000003</c:v>
                </c:pt>
                <c:pt idx="105">
                  <c:v>45.037100000000002</c:v>
                </c:pt>
                <c:pt idx="106">
                  <c:v>45.471800000000002</c:v>
                </c:pt>
                <c:pt idx="107">
                  <c:v>45.906500000000001</c:v>
                </c:pt>
                <c:pt idx="108">
                  <c:v>46.341200000000001</c:v>
                </c:pt>
                <c:pt idx="109">
                  <c:v>46.776000000000003</c:v>
                </c:pt>
                <c:pt idx="110">
                  <c:v>47.210799999999999</c:v>
                </c:pt>
                <c:pt idx="111">
                  <c:v>47.645600000000002</c:v>
                </c:pt>
                <c:pt idx="112">
                  <c:v>48.080399999999997</c:v>
                </c:pt>
                <c:pt idx="113">
                  <c:v>48.515300000000003</c:v>
                </c:pt>
                <c:pt idx="114">
                  <c:v>48.950099999999999</c:v>
                </c:pt>
                <c:pt idx="115">
                  <c:v>49.384900000000002</c:v>
                </c:pt>
                <c:pt idx="116">
                  <c:v>49.819600000000001</c:v>
                </c:pt>
                <c:pt idx="117">
                  <c:v>50.254300000000001</c:v>
                </c:pt>
                <c:pt idx="118">
                  <c:v>50.688899999999997</c:v>
                </c:pt>
                <c:pt idx="119">
                  <c:v>51.123600000000003</c:v>
                </c:pt>
                <c:pt idx="120">
                  <c:v>51.558300000000003</c:v>
                </c:pt>
                <c:pt idx="121">
                  <c:v>51.992899999999999</c:v>
                </c:pt>
                <c:pt idx="122">
                  <c:v>52.427399999999999</c:v>
                </c:pt>
                <c:pt idx="123">
                  <c:v>52.861899999999999</c:v>
                </c:pt>
                <c:pt idx="124">
                  <c:v>53.296500000000002</c:v>
                </c:pt>
                <c:pt idx="125">
                  <c:v>53.731099999999998</c:v>
                </c:pt>
                <c:pt idx="126">
                  <c:v>54.165700000000001</c:v>
                </c:pt>
                <c:pt idx="127">
                  <c:v>54.600299999999997</c:v>
                </c:pt>
                <c:pt idx="128">
                  <c:v>55.0349</c:v>
                </c:pt>
                <c:pt idx="129">
                  <c:v>55.4694</c:v>
                </c:pt>
                <c:pt idx="130">
                  <c:v>55.9039</c:v>
                </c:pt>
                <c:pt idx="131">
                  <c:v>56.338299999999997</c:v>
                </c:pt>
                <c:pt idx="132">
                  <c:v>56.772599999999997</c:v>
                </c:pt>
                <c:pt idx="133">
                  <c:v>57.206899999999997</c:v>
                </c:pt>
                <c:pt idx="134">
                  <c:v>57.640999999999998</c:v>
                </c:pt>
                <c:pt idx="135">
                  <c:v>58.075200000000002</c:v>
                </c:pt>
                <c:pt idx="136">
                  <c:v>58.5092</c:v>
                </c:pt>
                <c:pt idx="137">
                  <c:v>58.943199999999997</c:v>
                </c:pt>
                <c:pt idx="138">
                  <c:v>59.377000000000002</c:v>
                </c:pt>
                <c:pt idx="139">
                  <c:v>59.8108</c:v>
                </c:pt>
                <c:pt idx="140">
                  <c:v>60.244599999999998</c:v>
                </c:pt>
                <c:pt idx="141">
                  <c:v>60.6783</c:v>
                </c:pt>
                <c:pt idx="142">
                  <c:v>61.111899999999999</c:v>
                </c:pt>
                <c:pt idx="143">
                  <c:v>61.5456</c:v>
                </c:pt>
                <c:pt idx="144">
                  <c:v>61.9801</c:v>
                </c:pt>
                <c:pt idx="145">
                  <c:v>62.415900000000001</c:v>
                </c:pt>
                <c:pt idx="146">
                  <c:v>62.8521</c:v>
                </c:pt>
                <c:pt idx="147">
                  <c:v>63.288699999999999</c:v>
                </c:pt>
                <c:pt idx="148">
                  <c:v>63.7254</c:v>
                </c:pt>
                <c:pt idx="149">
                  <c:v>64.162599999999998</c:v>
                </c:pt>
                <c:pt idx="150">
                  <c:v>64.599900000000005</c:v>
                </c:pt>
              </c:numCache>
            </c:numRef>
          </c:xVal>
          <c:yVal>
            <c:numRef>
              <c:f>'C1L3'!$AA$3:$AA$153</c:f>
              <c:numCache>
                <c:formatCode>General</c:formatCode>
                <c:ptCount val="151"/>
                <c:pt idx="0">
                  <c:v>-6.1997500000000004E-7</c:v>
                </c:pt>
                <c:pt idx="1">
                  <c:v>44.560300000000005</c:v>
                </c:pt>
                <c:pt idx="2">
                  <c:v>80.688400000000001</c:v>
                </c:pt>
                <c:pt idx="3">
                  <c:v>110.188</c:v>
                </c:pt>
                <c:pt idx="4">
                  <c:v>134.54599999999999</c:v>
                </c:pt>
                <c:pt idx="5">
                  <c:v>154.90700000000001</c:v>
                </c:pt>
                <c:pt idx="6">
                  <c:v>172.13499999999999</c:v>
                </c:pt>
                <c:pt idx="7">
                  <c:v>186.87700000000001</c:v>
                </c:pt>
                <c:pt idx="8">
                  <c:v>199.62100000000001</c:v>
                </c:pt>
                <c:pt idx="9">
                  <c:v>210.739</c:v>
                </c:pt>
                <c:pt idx="10">
                  <c:v>220.52</c:v>
                </c:pt>
                <c:pt idx="11">
                  <c:v>229.18800000000002</c:v>
                </c:pt>
                <c:pt idx="12">
                  <c:v>236.922</c:v>
                </c:pt>
                <c:pt idx="13">
                  <c:v>243.87</c:v>
                </c:pt>
                <c:pt idx="14">
                  <c:v>250.13300000000001</c:v>
                </c:pt>
                <c:pt idx="15">
                  <c:v>255.81300000000002</c:v>
                </c:pt>
                <c:pt idx="16">
                  <c:v>260.98700000000002</c:v>
                </c:pt>
                <c:pt idx="17">
                  <c:v>265.72000000000003</c:v>
                </c:pt>
                <c:pt idx="18">
                  <c:v>270.06600000000003</c:v>
                </c:pt>
                <c:pt idx="19">
                  <c:v>274.07</c:v>
                </c:pt>
                <c:pt idx="20">
                  <c:v>277.77100000000002</c:v>
                </c:pt>
                <c:pt idx="21">
                  <c:v>281.202</c:v>
                </c:pt>
                <c:pt idx="22">
                  <c:v>284.392</c:v>
                </c:pt>
                <c:pt idx="23">
                  <c:v>287.36500000000001</c:v>
                </c:pt>
                <c:pt idx="24">
                  <c:v>290.142</c:v>
                </c:pt>
                <c:pt idx="25">
                  <c:v>292.74200000000002</c:v>
                </c:pt>
                <c:pt idx="26">
                  <c:v>295.18200000000002</c:v>
                </c:pt>
                <c:pt idx="27">
                  <c:v>297.476</c:v>
                </c:pt>
                <c:pt idx="28">
                  <c:v>299.637</c:v>
                </c:pt>
                <c:pt idx="29">
                  <c:v>301.67500000000001</c:v>
                </c:pt>
                <c:pt idx="30">
                  <c:v>303.60200000000003</c:v>
                </c:pt>
                <c:pt idx="31">
                  <c:v>305.42500000000001</c:v>
                </c:pt>
                <c:pt idx="32">
                  <c:v>307.154</c:v>
                </c:pt>
                <c:pt idx="33">
                  <c:v>308.79500000000002</c:v>
                </c:pt>
                <c:pt idx="34">
                  <c:v>310.35399999999998</c:v>
                </c:pt>
                <c:pt idx="35">
                  <c:v>311.83800000000002</c:v>
                </c:pt>
                <c:pt idx="36">
                  <c:v>313.25299999999999</c:v>
                </c:pt>
                <c:pt idx="37">
                  <c:v>314.60200000000003</c:v>
                </c:pt>
                <c:pt idx="38">
                  <c:v>315.89100000000002</c:v>
                </c:pt>
                <c:pt idx="39">
                  <c:v>317.12200000000001</c:v>
                </c:pt>
                <c:pt idx="40">
                  <c:v>318.30099999999999</c:v>
                </c:pt>
                <c:pt idx="41">
                  <c:v>319.43</c:v>
                </c:pt>
                <c:pt idx="42">
                  <c:v>320.51300000000003</c:v>
                </c:pt>
                <c:pt idx="43">
                  <c:v>321.55099999999999</c:v>
                </c:pt>
                <c:pt idx="44">
                  <c:v>322.54900000000004</c:v>
                </c:pt>
                <c:pt idx="45">
                  <c:v>323.50700000000001</c:v>
                </c:pt>
                <c:pt idx="46">
                  <c:v>324.43</c:v>
                </c:pt>
                <c:pt idx="47">
                  <c:v>325.31700000000001</c:v>
                </c:pt>
                <c:pt idx="48">
                  <c:v>326.173</c:v>
                </c:pt>
                <c:pt idx="49">
                  <c:v>326.99700000000001</c:v>
                </c:pt>
                <c:pt idx="50">
                  <c:v>327.79200000000003</c:v>
                </c:pt>
                <c:pt idx="51">
                  <c:v>328.56</c:v>
                </c:pt>
                <c:pt idx="52">
                  <c:v>329.30099999999999</c:v>
                </c:pt>
                <c:pt idx="53">
                  <c:v>330.017</c:v>
                </c:pt>
                <c:pt idx="54">
                  <c:v>330.71</c:v>
                </c:pt>
                <c:pt idx="55">
                  <c:v>331.38</c:v>
                </c:pt>
                <c:pt idx="56">
                  <c:v>332.02500000000003</c:v>
                </c:pt>
                <c:pt idx="57">
                  <c:v>332.64699999999999</c:v>
                </c:pt>
                <c:pt idx="58">
                  <c:v>333.24599999999998</c:v>
                </c:pt>
                <c:pt idx="59">
                  <c:v>333.82299999999998</c:v>
                </c:pt>
                <c:pt idx="60">
                  <c:v>334.36700000000002</c:v>
                </c:pt>
                <c:pt idx="61">
                  <c:v>334.87299999999999</c:v>
                </c:pt>
                <c:pt idx="62">
                  <c:v>335.34399999999999</c:v>
                </c:pt>
                <c:pt idx="63">
                  <c:v>335.779</c:v>
                </c:pt>
                <c:pt idx="64">
                  <c:v>336.17599999999999</c:v>
                </c:pt>
                <c:pt idx="65">
                  <c:v>336.53100000000001</c:v>
                </c:pt>
                <c:pt idx="66">
                  <c:v>336.83300000000003</c:v>
                </c:pt>
                <c:pt idx="67">
                  <c:v>337.09100000000001</c:v>
                </c:pt>
                <c:pt idx="68">
                  <c:v>337.30400000000003</c:v>
                </c:pt>
                <c:pt idx="69">
                  <c:v>337.47300000000001</c:v>
                </c:pt>
                <c:pt idx="70">
                  <c:v>337.59800000000001</c:v>
                </c:pt>
                <c:pt idx="71">
                  <c:v>337.67700000000002</c:v>
                </c:pt>
                <c:pt idx="72">
                  <c:v>337.70600000000002</c:v>
                </c:pt>
                <c:pt idx="73">
                  <c:v>337.7</c:v>
                </c:pt>
                <c:pt idx="74">
                  <c:v>337.66800000000001</c:v>
                </c:pt>
                <c:pt idx="75">
                  <c:v>337.60300000000001</c:v>
                </c:pt>
                <c:pt idx="76">
                  <c:v>337.505</c:v>
                </c:pt>
                <c:pt idx="77">
                  <c:v>337.37200000000001</c:v>
                </c:pt>
                <c:pt idx="78">
                  <c:v>337.20800000000003</c:v>
                </c:pt>
                <c:pt idx="79">
                  <c:v>337.02199999999999</c:v>
                </c:pt>
                <c:pt idx="80">
                  <c:v>336.81099999999998</c:v>
                </c:pt>
                <c:pt idx="81">
                  <c:v>336.57499999999999</c:v>
                </c:pt>
                <c:pt idx="82">
                  <c:v>336.32</c:v>
                </c:pt>
                <c:pt idx="83">
                  <c:v>336.04399999999998</c:v>
                </c:pt>
                <c:pt idx="84">
                  <c:v>335.74200000000002</c:v>
                </c:pt>
                <c:pt idx="85">
                  <c:v>335.41700000000003</c:v>
                </c:pt>
                <c:pt idx="86">
                  <c:v>335.06700000000001</c:v>
                </c:pt>
                <c:pt idx="87">
                  <c:v>334.7</c:v>
                </c:pt>
                <c:pt idx="88">
                  <c:v>334.322</c:v>
                </c:pt>
                <c:pt idx="89">
                  <c:v>333.93</c:v>
                </c:pt>
                <c:pt idx="90">
                  <c:v>333.52</c:v>
                </c:pt>
                <c:pt idx="91">
                  <c:v>333.09300000000002</c:v>
                </c:pt>
                <c:pt idx="92">
                  <c:v>332.64800000000002</c:v>
                </c:pt>
                <c:pt idx="93">
                  <c:v>332.18900000000002</c:v>
                </c:pt>
                <c:pt idx="94">
                  <c:v>331.71800000000002</c:v>
                </c:pt>
                <c:pt idx="95">
                  <c:v>331.23500000000001</c:v>
                </c:pt>
                <c:pt idx="96">
                  <c:v>330.738</c:v>
                </c:pt>
                <c:pt idx="97">
                  <c:v>330.22800000000001</c:v>
                </c:pt>
                <c:pt idx="98">
                  <c:v>329.71100000000001</c:v>
                </c:pt>
                <c:pt idx="99">
                  <c:v>329.18700000000001</c:v>
                </c:pt>
                <c:pt idx="100">
                  <c:v>328.65699999999998</c:v>
                </c:pt>
                <c:pt idx="101">
                  <c:v>328.12299999999999</c:v>
                </c:pt>
                <c:pt idx="102">
                  <c:v>327.584</c:v>
                </c:pt>
                <c:pt idx="103">
                  <c:v>327.03399999999999</c:v>
                </c:pt>
                <c:pt idx="104">
                  <c:v>326.47199999999998</c:v>
                </c:pt>
                <c:pt idx="105">
                  <c:v>325.90300000000002</c:v>
                </c:pt>
                <c:pt idx="106">
                  <c:v>325.33199999999999</c:v>
                </c:pt>
                <c:pt idx="107">
                  <c:v>324.75700000000001</c:v>
                </c:pt>
                <c:pt idx="108">
                  <c:v>324.17700000000002</c:v>
                </c:pt>
                <c:pt idx="109">
                  <c:v>323.59399999999999</c:v>
                </c:pt>
                <c:pt idx="110">
                  <c:v>323.00799999999998</c:v>
                </c:pt>
                <c:pt idx="111">
                  <c:v>322.41899999999998</c:v>
                </c:pt>
                <c:pt idx="112">
                  <c:v>321.82600000000002</c:v>
                </c:pt>
                <c:pt idx="113">
                  <c:v>321.23099999999999</c:v>
                </c:pt>
                <c:pt idx="114">
                  <c:v>320.63499999999999</c:v>
                </c:pt>
                <c:pt idx="115">
                  <c:v>320.04000000000002</c:v>
                </c:pt>
                <c:pt idx="116">
                  <c:v>319.447</c:v>
                </c:pt>
                <c:pt idx="117">
                  <c:v>318.85300000000001</c:v>
                </c:pt>
                <c:pt idx="118">
                  <c:v>318.25900000000001</c:v>
                </c:pt>
                <c:pt idx="119">
                  <c:v>317.66200000000003</c:v>
                </c:pt>
                <c:pt idx="120">
                  <c:v>317.065</c:v>
                </c:pt>
                <c:pt idx="121">
                  <c:v>316.46699999999998</c:v>
                </c:pt>
                <c:pt idx="122">
                  <c:v>315.86799999999999</c:v>
                </c:pt>
                <c:pt idx="123">
                  <c:v>315.26900000000001</c:v>
                </c:pt>
                <c:pt idx="124">
                  <c:v>314.67</c:v>
                </c:pt>
                <c:pt idx="125">
                  <c:v>314.07</c:v>
                </c:pt>
                <c:pt idx="126">
                  <c:v>313.47199999999998</c:v>
                </c:pt>
                <c:pt idx="127">
                  <c:v>312.87400000000002</c:v>
                </c:pt>
                <c:pt idx="128">
                  <c:v>312.27500000000003</c:v>
                </c:pt>
                <c:pt idx="129">
                  <c:v>311.67900000000003</c:v>
                </c:pt>
                <c:pt idx="130">
                  <c:v>311.08499999999998</c:v>
                </c:pt>
                <c:pt idx="131">
                  <c:v>310.49400000000003</c:v>
                </c:pt>
                <c:pt idx="132">
                  <c:v>309.90600000000001</c:v>
                </c:pt>
                <c:pt idx="133">
                  <c:v>309.32100000000003</c:v>
                </c:pt>
                <c:pt idx="134">
                  <c:v>308.738</c:v>
                </c:pt>
                <c:pt idx="135">
                  <c:v>308.15699999999998</c:v>
                </c:pt>
                <c:pt idx="136">
                  <c:v>307.57900000000001</c:v>
                </c:pt>
                <c:pt idx="137">
                  <c:v>307.00299999999999</c:v>
                </c:pt>
                <c:pt idx="138">
                  <c:v>306.42900000000003</c:v>
                </c:pt>
                <c:pt idx="139">
                  <c:v>305.858</c:v>
                </c:pt>
                <c:pt idx="140">
                  <c:v>305.28700000000003</c:v>
                </c:pt>
                <c:pt idx="141">
                  <c:v>304.71699999999998</c:v>
                </c:pt>
                <c:pt idx="142">
                  <c:v>304.149</c:v>
                </c:pt>
                <c:pt idx="143">
                  <c:v>303.58199999999999</c:v>
                </c:pt>
                <c:pt idx="144">
                  <c:v>303.00299999999999</c:v>
                </c:pt>
                <c:pt idx="145">
                  <c:v>302.40600000000001</c:v>
                </c:pt>
                <c:pt idx="146">
                  <c:v>301.80400000000003</c:v>
                </c:pt>
                <c:pt idx="147">
                  <c:v>301.19799999999998</c:v>
                </c:pt>
                <c:pt idx="148">
                  <c:v>300.58699999999999</c:v>
                </c:pt>
                <c:pt idx="149">
                  <c:v>299.96600000000001</c:v>
                </c:pt>
                <c:pt idx="150">
                  <c:v>299.339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5-2DE4-43A3-81E5-117AF3B59915}"/>
            </c:ext>
          </c:extLst>
        </c:ser>
        <c:ser>
          <c:idx val="6"/>
          <c:order val="6"/>
          <c:tx>
            <c:v>C1L4_exp</c:v>
          </c:tx>
          <c:spPr>
            <a:ln w="19050" cap="rnd">
              <a:solidFill>
                <a:schemeClr val="accent1">
                  <a:lumMod val="60000"/>
                </a:schemeClr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>
                  <a:lumMod val="60000"/>
                </a:schemeClr>
              </a:solidFill>
              <a:ln w="9525">
                <a:solidFill>
                  <a:schemeClr val="accent1">
                    <a:lumMod val="60000"/>
                  </a:schemeClr>
                </a:solidFill>
              </a:ln>
              <a:effectLst/>
            </c:spPr>
          </c:marker>
          <c:xVal>
            <c:numRef>
              <c:f>'C1L4'!$A$3:$A$12</c:f>
              <c:numCache>
                <c:formatCode>General</c:formatCode>
                <c:ptCount val="10"/>
                <c:pt idx="0">
                  <c:v>0.400651060442344</c:v>
                </c:pt>
                <c:pt idx="1">
                  <c:v>1.0773114522242699</c:v>
                </c:pt>
                <c:pt idx="2">
                  <c:v>2.4580494655812899</c:v>
                </c:pt>
                <c:pt idx="3">
                  <c:v>5.5373915310784403</c:v>
                </c:pt>
                <c:pt idx="4">
                  <c:v>9.6235859287191392</c:v>
                </c:pt>
                <c:pt idx="5">
                  <c:v>16.552480883988299</c:v>
                </c:pt>
                <c:pt idx="6">
                  <c:v>26.567275916492001</c:v>
                </c:pt>
                <c:pt idx="7">
                  <c:v>41.3003628634807</c:v>
                </c:pt>
                <c:pt idx="8">
                  <c:v>55.543732259294202</c:v>
                </c:pt>
                <c:pt idx="9">
                  <c:v>68.644901442169896</c:v>
                </c:pt>
              </c:numCache>
            </c:numRef>
          </c:xVal>
          <c:yVal>
            <c:numRef>
              <c:f>'C1L4'!$B$3:$B$12</c:f>
              <c:numCache>
                <c:formatCode>General</c:formatCode>
                <c:ptCount val="10"/>
                <c:pt idx="0">
                  <c:v>5.8299144100451201</c:v>
                </c:pt>
                <c:pt idx="1">
                  <c:v>47.758522946127499</c:v>
                </c:pt>
                <c:pt idx="2">
                  <c:v>109.867634829363</c:v>
                </c:pt>
                <c:pt idx="3">
                  <c:v>154.85638546886801</c:v>
                </c:pt>
                <c:pt idx="4">
                  <c:v>182.738206936875</c:v>
                </c:pt>
                <c:pt idx="5">
                  <c:v>201.244441986287</c:v>
                </c:pt>
                <c:pt idx="6">
                  <c:v>208.816970238083</c:v>
                </c:pt>
                <c:pt idx="7">
                  <c:v>213.19108505464601</c:v>
                </c:pt>
                <c:pt idx="8">
                  <c:v>215.24461186249499</c:v>
                </c:pt>
                <c:pt idx="9">
                  <c:v>212.66012314049701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6-2DE4-43A3-81E5-117AF3B59915}"/>
            </c:ext>
          </c:extLst>
        </c:ser>
        <c:ser>
          <c:idx val="7"/>
          <c:order val="7"/>
          <c:tx>
            <c:v>C1L4_b/200</c:v>
          </c:tx>
          <c:spPr>
            <a:ln w="19050" cap="rnd">
              <a:solidFill>
                <a:schemeClr val="accent2">
                  <a:lumMod val="60000"/>
                </a:schemeClr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2">
                  <a:lumMod val="60000"/>
                </a:schemeClr>
              </a:solidFill>
              <a:ln w="9525">
                <a:solidFill>
                  <a:schemeClr val="accent2">
                    <a:lumMod val="60000"/>
                  </a:schemeClr>
                </a:solidFill>
              </a:ln>
              <a:effectLst/>
            </c:spPr>
          </c:marker>
          <c:xVal>
            <c:numRef>
              <c:f>'C1L4'!$AE$3:$AE$303</c:f>
              <c:numCache>
                <c:formatCode>General</c:formatCode>
                <c:ptCount val="301"/>
                <c:pt idx="0">
                  <c:v>-5.9499799999999997E-3</c:v>
                </c:pt>
                <c:pt idx="1">
                  <c:v>-3.90976E-3</c:v>
                </c:pt>
                <c:pt idx="2">
                  <c:v>-1.86863E-3</c:v>
                </c:pt>
                <c:pt idx="3">
                  <c:v>1.1947399999999999E-3</c:v>
                </c:pt>
                <c:pt idx="4">
                  <c:v>5.7935699999999996E-3</c:v>
                </c:pt>
                <c:pt idx="5">
                  <c:v>1.27002E-2</c:v>
                </c:pt>
                <c:pt idx="6">
                  <c:v>2.3078999999999999E-2</c:v>
                </c:pt>
                <c:pt idx="7">
                  <c:v>3.8688699999999999E-2</c:v>
                </c:pt>
                <c:pt idx="8">
                  <c:v>6.2194600000000003E-2</c:v>
                </c:pt>
                <c:pt idx="9">
                  <c:v>9.7651699999999994E-2</c:v>
                </c:pt>
                <c:pt idx="10">
                  <c:v>0.15126000000000001</c:v>
                </c:pt>
                <c:pt idx="11">
                  <c:v>0.232545</c:v>
                </c:pt>
                <c:pt idx="12">
                  <c:v>0.35620499999999999</c:v>
                </c:pt>
                <c:pt idx="13">
                  <c:v>0.54489200000000004</c:v>
                </c:pt>
                <c:pt idx="14">
                  <c:v>0.766648</c:v>
                </c:pt>
                <c:pt idx="15">
                  <c:v>0.99119999999999997</c:v>
                </c:pt>
                <c:pt idx="16">
                  <c:v>1.21777</c:v>
                </c:pt>
                <c:pt idx="17">
                  <c:v>1.4457899999999999</c:v>
                </c:pt>
                <c:pt idx="18">
                  <c:v>1.6749000000000001</c:v>
                </c:pt>
                <c:pt idx="19">
                  <c:v>1.90482</c:v>
                </c:pt>
                <c:pt idx="20">
                  <c:v>2.1353300000000002</c:v>
                </c:pt>
                <c:pt idx="21">
                  <c:v>2.36632</c:v>
                </c:pt>
                <c:pt idx="22">
                  <c:v>2.5976599999999999</c:v>
                </c:pt>
                <c:pt idx="23">
                  <c:v>2.8292899999999999</c:v>
                </c:pt>
                <c:pt idx="24">
                  <c:v>3.06114</c:v>
                </c:pt>
                <c:pt idx="25">
                  <c:v>3.2931599999999999</c:v>
                </c:pt>
                <c:pt idx="26">
                  <c:v>3.5253299999999999</c:v>
                </c:pt>
                <c:pt idx="27">
                  <c:v>3.7576100000000001</c:v>
                </c:pt>
                <c:pt idx="28">
                  <c:v>3.9899900000000001</c:v>
                </c:pt>
                <c:pt idx="29">
                  <c:v>4.2224500000000003</c:v>
                </c:pt>
                <c:pt idx="30">
                  <c:v>4.4549700000000003</c:v>
                </c:pt>
                <c:pt idx="31">
                  <c:v>4.6875499999999999</c:v>
                </c:pt>
                <c:pt idx="32">
                  <c:v>4.9201699999999997</c:v>
                </c:pt>
                <c:pt idx="33">
                  <c:v>5.1528299999999998</c:v>
                </c:pt>
                <c:pt idx="34">
                  <c:v>5.3855300000000002</c:v>
                </c:pt>
                <c:pt idx="35">
                  <c:v>5.6182499999999997</c:v>
                </c:pt>
                <c:pt idx="36">
                  <c:v>5.8509900000000004</c:v>
                </c:pt>
                <c:pt idx="37">
                  <c:v>6.0837599999999998</c:v>
                </c:pt>
                <c:pt idx="38">
                  <c:v>6.3165399999999998</c:v>
                </c:pt>
                <c:pt idx="39">
                  <c:v>6.5493399999999999</c:v>
                </c:pt>
                <c:pt idx="40">
                  <c:v>6.7821499999999997</c:v>
                </c:pt>
                <c:pt idx="41">
                  <c:v>7.0149699999999999</c:v>
                </c:pt>
                <c:pt idx="42">
                  <c:v>7.2478100000000003</c:v>
                </c:pt>
                <c:pt idx="43">
                  <c:v>7.4806499999999998</c:v>
                </c:pt>
                <c:pt idx="44">
                  <c:v>7.7134999999999998</c:v>
                </c:pt>
                <c:pt idx="45">
                  <c:v>7.9463499999999998</c:v>
                </c:pt>
                <c:pt idx="46">
                  <c:v>8.1792099999999994</c:v>
                </c:pt>
                <c:pt idx="47">
                  <c:v>8.4120799999999996</c:v>
                </c:pt>
                <c:pt idx="48">
                  <c:v>8.6449499999999997</c:v>
                </c:pt>
                <c:pt idx="49">
                  <c:v>8.8778199999999998</c:v>
                </c:pt>
                <c:pt idx="50">
                  <c:v>9.1106999999999996</c:v>
                </c:pt>
                <c:pt idx="51">
                  <c:v>9.3435799999999993</c:v>
                </c:pt>
                <c:pt idx="52">
                  <c:v>9.5764600000000009</c:v>
                </c:pt>
                <c:pt idx="53">
                  <c:v>9.8093500000000002</c:v>
                </c:pt>
                <c:pt idx="54">
                  <c:v>10.042199999999999</c:v>
                </c:pt>
                <c:pt idx="55">
                  <c:v>10.2751</c:v>
                </c:pt>
                <c:pt idx="56">
                  <c:v>10.507999999999999</c:v>
                </c:pt>
                <c:pt idx="57">
                  <c:v>10.7409</c:v>
                </c:pt>
                <c:pt idx="58">
                  <c:v>10.973800000000001</c:v>
                </c:pt>
                <c:pt idx="59">
                  <c:v>11.2067</c:v>
                </c:pt>
                <c:pt idx="60">
                  <c:v>11.4396</c:v>
                </c:pt>
                <c:pt idx="61">
                  <c:v>11.672499999999999</c:v>
                </c:pt>
                <c:pt idx="62">
                  <c:v>11.9054</c:v>
                </c:pt>
                <c:pt idx="63">
                  <c:v>12.138199999999999</c:v>
                </c:pt>
                <c:pt idx="64">
                  <c:v>12.3711</c:v>
                </c:pt>
                <c:pt idx="65">
                  <c:v>12.603999999999999</c:v>
                </c:pt>
                <c:pt idx="66">
                  <c:v>12.8369</c:v>
                </c:pt>
                <c:pt idx="67">
                  <c:v>13.069800000000001</c:v>
                </c:pt>
                <c:pt idx="68">
                  <c:v>13.3027</c:v>
                </c:pt>
                <c:pt idx="69">
                  <c:v>13.535600000000001</c:v>
                </c:pt>
                <c:pt idx="70">
                  <c:v>13.7685</c:v>
                </c:pt>
                <c:pt idx="71">
                  <c:v>14.001300000000001</c:v>
                </c:pt>
                <c:pt idx="72">
                  <c:v>14.2342</c:v>
                </c:pt>
                <c:pt idx="73">
                  <c:v>14.4671</c:v>
                </c:pt>
                <c:pt idx="74">
                  <c:v>14.7</c:v>
                </c:pt>
                <c:pt idx="75">
                  <c:v>14.9329</c:v>
                </c:pt>
                <c:pt idx="76">
                  <c:v>15.165699999999999</c:v>
                </c:pt>
                <c:pt idx="77">
                  <c:v>15.3986</c:v>
                </c:pt>
                <c:pt idx="78">
                  <c:v>15.631500000000001</c:v>
                </c:pt>
                <c:pt idx="79">
                  <c:v>15.8644</c:v>
                </c:pt>
                <c:pt idx="80">
                  <c:v>16.097200000000001</c:v>
                </c:pt>
                <c:pt idx="81">
                  <c:v>16.330100000000002</c:v>
                </c:pt>
                <c:pt idx="82">
                  <c:v>16.562999999999999</c:v>
                </c:pt>
                <c:pt idx="83">
                  <c:v>16.7958</c:v>
                </c:pt>
                <c:pt idx="84">
                  <c:v>17.028700000000001</c:v>
                </c:pt>
                <c:pt idx="85">
                  <c:v>17.261600000000001</c:v>
                </c:pt>
                <c:pt idx="86">
                  <c:v>17.494399999999999</c:v>
                </c:pt>
                <c:pt idx="87">
                  <c:v>17.7273</c:v>
                </c:pt>
                <c:pt idx="88">
                  <c:v>17.960100000000001</c:v>
                </c:pt>
                <c:pt idx="89">
                  <c:v>18.193000000000001</c:v>
                </c:pt>
                <c:pt idx="90">
                  <c:v>18.425799999999999</c:v>
                </c:pt>
                <c:pt idx="91">
                  <c:v>18.6587</c:v>
                </c:pt>
                <c:pt idx="92">
                  <c:v>18.891500000000001</c:v>
                </c:pt>
                <c:pt idx="93">
                  <c:v>19.124400000000001</c:v>
                </c:pt>
                <c:pt idx="94">
                  <c:v>19.357199999999999</c:v>
                </c:pt>
                <c:pt idx="95">
                  <c:v>19.5901</c:v>
                </c:pt>
                <c:pt idx="96">
                  <c:v>19.822900000000001</c:v>
                </c:pt>
                <c:pt idx="97">
                  <c:v>20.055700000000002</c:v>
                </c:pt>
                <c:pt idx="98">
                  <c:v>20.288599999999999</c:v>
                </c:pt>
                <c:pt idx="99">
                  <c:v>20.5214</c:v>
                </c:pt>
                <c:pt idx="100">
                  <c:v>20.754200000000001</c:v>
                </c:pt>
                <c:pt idx="101">
                  <c:v>20.986999999999998</c:v>
                </c:pt>
                <c:pt idx="102">
                  <c:v>21.219899999999999</c:v>
                </c:pt>
                <c:pt idx="103">
                  <c:v>21.4527</c:v>
                </c:pt>
                <c:pt idx="104">
                  <c:v>21.685500000000001</c:v>
                </c:pt>
                <c:pt idx="105">
                  <c:v>21.918299999999999</c:v>
                </c:pt>
                <c:pt idx="106">
                  <c:v>22.1511</c:v>
                </c:pt>
                <c:pt idx="107">
                  <c:v>22.383900000000001</c:v>
                </c:pt>
                <c:pt idx="108">
                  <c:v>22.616700000000002</c:v>
                </c:pt>
                <c:pt idx="109">
                  <c:v>22.849499999999999</c:v>
                </c:pt>
                <c:pt idx="110">
                  <c:v>23.0823</c:v>
                </c:pt>
                <c:pt idx="111">
                  <c:v>23.315100000000001</c:v>
                </c:pt>
                <c:pt idx="112">
                  <c:v>23.547899999999998</c:v>
                </c:pt>
                <c:pt idx="113">
                  <c:v>23.7807</c:v>
                </c:pt>
                <c:pt idx="114">
                  <c:v>24.013500000000001</c:v>
                </c:pt>
                <c:pt idx="115">
                  <c:v>24.246200000000002</c:v>
                </c:pt>
                <c:pt idx="116">
                  <c:v>24.478999999999999</c:v>
                </c:pt>
                <c:pt idx="117">
                  <c:v>24.7118</c:v>
                </c:pt>
                <c:pt idx="118">
                  <c:v>24.944600000000001</c:v>
                </c:pt>
                <c:pt idx="119">
                  <c:v>25.177299999999999</c:v>
                </c:pt>
                <c:pt idx="120">
                  <c:v>25.4101</c:v>
                </c:pt>
                <c:pt idx="121">
                  <c:v>25.642900000000001</c:v>
                </c:pt>
                <c:pt idx="122">
                  <c:v>25.875599999999999</c:v>
                </c:pt>
                <c:pt idx="123">
                  <c:v>26.1084</c:v>
                </c:pt>
                <c:pt idx="124">
                  <c:v>26.341100000000001</c:v>
                </c:pt>
                <c:pt idx="125">
                  <c:v>26.573899999999998</c:v>
                </c:pt>
                <c:pt idx="126">
                  <c:v>26.8066</c:v>
                </c:pt>
                <c:pt idx="127">
                  <c:v>27.039300000000001</c:v>
                </c:pt>
                <c:pt idx="128">
                  <c:v>27.272099999999998</c:v>
                </c:pt>
                <c:pt idx="129">
                  <c:v>27.504799999999999</c:v>
                </c:pt>
                <c:pt idx="130">
                  <c:v>27.737500000000001</c:v>
                </c:pt>
                <c:pt idx="131">
                  <c:v>27.970199999999998</c:v>
                </c:pt>
                <c:pt idx="132">
                  <c:v>28.202999999999999</c:v>
                </c:pt>
                <c:pt idx="133">
                  <c:v>28.435700000000001</c:v>
                </c:pt>
                <c:pt idx="134">
                  <c:v>28.668399999999998</c:v>
                </c:pt>
                <c:pt idx="135">
                  <c:v>28.9011</c:v>
                </c:pt>
                <c:pt idx="136">
                  <c:v>29.133800000000001</c:v>
                </c:pt>
                <c:pt idx="137">
                  <c:v>29.366499999999998</c:v>
                </c:pt>
                <c:pt idx="138">
                  <c:v>29.5992</c:v>
                </c:pt>
                <c:pt idx="139">
                  <c:v>29.831900000000001</c:v>
                </c:pt>
                <c:pt idx="140">
                  <c:v>30.064599999999999</c:v>
                </c:pt>
                <c:pt idx="141">
                  <c:v>30.2973</c:v>
                </c:pt>
                <c:pt idx="142">
                  <c:v>30.529900000000001</c:v>
                </c:pt>
                <c:pt idx="143">
                  <c:v>30.762599999999999</c:v>
                </c:pt>
                <c:pt idx="144">
                  <c:v>30.9953</c:v>
                </c:pt>
                <c:pt idx="145">
                  <c:v>31.227900000000002</c:v>
                </c:pt>
                <c:pt idx="146">
                  <c:v>31.460599999999999</c:v>
                </c:pt>
                <c:pt idx="147">
                  <c:v>31.693300000000001</c:v>
                </c:pt>
                <c:pt idx="148">
                  <c:v>31.925899999999999</c:v>
                </c:pt>
                <c:pt idx="149">
                  <c:v>32.1586</c:v>
                </c:pt>
                <c:pt idx="150">
                  <c:v>32.391199999999998</c:v>
                </c:pt>
                <c:pt idx="151">
                  <c:v>32.623800000000003</c:v>
                </c:pt>
                <c:pt idx="152">
                  <c:v>32.856499999999997</c:v>
                </c:pt>
                <c:pt idx="153">
                  <c:v>33.089100000000002</c:v>
                </c:pt>
                <c:pt idx="154">
                  <c:v>33.3217</c:v>
                </c:pt>
                <c:pt idx="155">
                  <c:v>33.554400000000001</c:v>
                </c:pt>
                <c:pt idx="156">
                  <c:v>33.786999999999999</c:v>
                </c:pt>
                <c:pt idx="157">
                  <c:v>34.019599999999997</c:v>
                </c:pt>
                <c:pt idx="158">
                  <c:v>34.252200000000002</c:v>
                </c:pt>
                <c:pt idx="159">
                  <c:v>34.4848</c:v>
                </c:pt>
                <c:pt idx="160">
                  <c:v>34.717399999999998</c:v>
                </c:pt>
                <c:pt idx="161">
                  <c:v>34.950000000000003</c:v>
                </c:pt>
                <c:pt idx="162">
                  <c:v>35.182600000000001</c:v>
                </c:pt>
                <c:pt idx="163">
                  <c:v>35.415100000000002</c:v>
                </c:pt>
                <c:pt idx="164">
                  <c:v>35.6477</c:v>
                </c:pt>
                <c:pt idx="165">
                  <c:v>35.880299999999998</c:v>
                </c:pt>
                <c:pt idx="166">
                  <c:v>36.112900000000003</c:v>
                </c:pt>
                <c:pt idx="167">
                  <c:v>36.345399999999998</c:v>
                </c:pt>
                <c:pt idx="168">
                  <c:v>36.578000000000003</c:v>
                </c:pt>
                <c:pt idx="169">
                  <c:v>36.810499999999998</c:v>
                </c:pt>
                <c:pt idx="170">
                  <c:v>37.043100000000003</c:v>
                </c:pt>
                <c:pt idx="171">
                  <c:v>37.275599999999997</c:v>
                </c:pt>
                <c:pt idx="172">
                  <c:v>37.508200000000002</c:v>
                </c:pt>
                <c:pt idx="173">
                  <c:v>37.740699999999997</c:v>
                </c:pt>
                <c:pt idx="174">
                  <c:v>37.973199999999999</c:v>
                </c:pt>
                <c:pt idx="175">
                  <c:v>38.2057</c:v>
                </c:pt>
                <c:pt idx="176">
                  <c:v>38.438299999999998</c:v>
                </c:pt>
                <c:pt idx="177">
                  <c:v>38.6708</c:v>
                </c:pt>
                <c:pt idx="178">
                  <c:v>38.903300000000002</c:v>
                </c:pt>
                <c:pt idx="179">
                  <c:v>39.135800000000003</c:v>
                </c:pt>
                <c:pt idx="180">
                  <c:v>39.368299999999998</c:v>
                </c:pt>
                <c:pt idx="181">
                  <c:v>39.6008</c:v>
                </c:pt>
                <c:pt idx="182">
                  <c:v>39.833199999999998</c:v>
                </c:pt>
                <c:pt idx="183">
                  <c:v>40.0657</c:v>
                </c:pt>
                <c:pt idx="184">
                  <c:v>40.298200000000001</c:v>
                </c:pt>
                <c:pt idx="185">
                  <c:v>40.530700000000003</c:v>
                </c:pt>
                <c:pt idx="186">
                  <c:v>40.763100000000001</c:v>
                </c:pt>
                <c:pt idx="187">
                  <c:v>40.995600000000003</c:v>
                </c:pt>
                <c:pt idx="188">
                  <c:v>41.228000000000002</c:v>
                </c:pt>
                <c:pt idx="189">
                  <c:v>41.460500000000003</c:v>
                </c:pt>
                <c:pt idx="190">
                  <c:v>41.692900000000002</c:v>
                </c:pt>
                <c:pt idx="191">
                  <c:v>41.9253</c:v>
                </c:pt>
                <c:pt idx="192">
                  <c:v>42.157800000000002</c:v>
                </c:pt>
                <c:pt idx="193">
                  <c:v>42.3902</c:v>
                </c:pt>
                <c:pt idx="194">
                  <c:v>42.622599999999998</c:v>
                </c:pt>
                <c:pt idx="195">
                  <c:v>42.854999999999997</c:v>
                </c:pt>
                <c:pt idx="196">
                  <c:v>43.087400000000002</c:v>
                </c:pt>
                <c:pt idx="197">
                  <c:v>43.319800000000001</c:v>
                </c:pt>
                <c:pt idx="198">
                  <c:v>43.552199999999999</c:v>
                </c:pt>
                <c:pt idx="199">
                  <c:v>43.784599999999998</c:v>
                </c:pt>
                <c:pt idx="200">
                  <c:v>44.017000000000003</c:v>
                </c:pt>
                <c:pt idx="201">
                  <c:v>44.249299999999998</c:v>
                </c:pt>
                <c:pt idx="202">
                  <c:v>44.481699999999996</c:v>
                </c:pt>
                <c:pt idx="203">
                  <c:v>44.714100000000002</c:v>
                </c:pt>
                <c:pt idx="204">
                  <c:v>44.946399999999997</c:v>
                </c:pt>
                <c:pt idx="205">
                  <c:v>45.178800000000003</c:v>
                </c:pt>
                <c:pt idx="206">
                  <c:v>45.411099999999998</c:v>
                </c:pt>
                <c:pt idx="207">
                  <c:v>45.6434</c:v>
                </c:pt>
                <c:pt idx="208">
                  <c:v>45.875799999999998</c:v>
                </c:pt>
                <c:pt idx="209">
                  <c:v>46.1081</c:v>
                </c:pt>
                <c:pt idx="210">
                  <c:v>46.340400000000002</c:v>
                </c:pt>
                <c:pt idx="211">
                  <c:v>46.572699999999998</c:v>
                </c:pt>
                <c:pt idx="212">
                  <c:v>46.805</c:v>
                </c:pt>
                <c:pt idx="213">
                  <c:v>47.037300000000002</c:v>
                </c:pt>
                <c:pt idx="214">
                  <c:v>47.269599999999997</c:v>
                </c:pt>
                <c:pt idx="215">
                  <c:v>47.501899999999999</c:v>
                </c:pt>
                <c:pt idx="216">
                  <c:v>47.734200000000001</c:v>
                </c:pt>
                <c:pt idx="217">
                  <c:v>47.9664</c:v>
                </c:pt>
                <c:pt idx="218">
                  <c:v>48.198700000000002</c:v>
                </c:pt>
                <c:pt idx="219">
                  <c:v>48.430999999999997</c:v>
                </c:pt>
                <c:pt idx="220">
                  <c:v>48.6633</c:v>
                </c:pt>
                <c:pt idx="221">
                  <c:v>48.895600000000002</c:v>
                </c:pt>
                <c:pt idx="222">
                  <c:v>49.127899999999997</c:v>
                </c:pt>
                <c:pt idx="223">
                  <c:v>49.360100000000003</c:v>
                </c:pt>
                <c:pt idx="224">
                  <c:v>49.592399999999998</c:v>
                </c:pt>
                <c:pt idx="225">
                  <c:v>49.8247</c:v>
                </c:pt>
                <c:pt idx="226">
                  <c:v>50.057099999999998</c:v>
                </c:pt>
                <c:pt idx="227">
                  <c:v>50.289499999999997</c:v>
                </c:pt>
                <c:pt idx="228">
                  <c:v>50.521900000000002</c:v>
                </c:pt>
                <c:pt idx="229">
                  <c:v>50.754399999999997</c:v>
                </c:pt>
                <c:pt idx="230">
                  <c:v>50.987000000000002</c:v>
                </c:pt>
                <c:pt idx="231">
                  <c:v>51.2196</c:v>
                </c:pt>
                <c:pt idx="232">
                  <c:v>51.452199999999998</c:v>
                </c:pt>
                <c:pt idx="233">
                  <c:v>51.684899999999999</c:v>
                </c:pt>
                <c:pt idx="234">
                  <c:v>51.917700000000004</c:v>
                </c:pt>
                <c:pt idx="235">
                  <c:v>52.150500000000001</c:v>
                </c:pt>
                <c:pt idx="236">
                  <c:v>52.383299999999998</c:v>
                </c:pt>
                <c:pt idx="237">
                  <c:v>52.616300000000003</c:v>
                </c:pt>
                <c:pt idx="238">
                  <c:v>52.849299999999999</c:v>
                </c:pt>
                <c:pt idx="239">
                  <c:v>53.0824</c:v>
                </c:pt>
                <c:pt idx="240">
                  <c:v>53.315600000000003</c:v>
                </c:pt>
                <c:pt idx="241">
                  <c:v>53.5488</c:v>
                </c:pt>
                <c:pt idx="242">
                  <c:v>53.607199999999999</c:v>
                </c:pt>
                <c:pt idx="243">
                  <c:v>53.694699999999997</c:v>
                </c:pt>
                <c:pt idx="244">
                  <c:v>53.8262</c:v>
                </c:pt>
                <c:pt idx="245">
                  <c:v>53.957599999999999</c:v>
                </c:pt>
                <c:pt idx="246">
                  <c:v>54.088900000000002</c:v>
                </c:pt>
                <c:pt idx="247">
                  <c:v>54.220300000000002</c:v>
                </c:pt>
                <c:pt idx="248">
                  <c:v>54.417499999999997</c:v>
                </c:pt>
                <c:pt idx="249">
                  <c:v>54.651299999999999</c:v>
                </c:pt>
                <c:pt idx="250">
                  <c:v>54.885199999999998</c:v>
                </c:pt>
                <c:pt idx="251">
                  <c:v>55.119100000000003</c:v>
                </c:pt>
                <c:pt idx="252">
                  <c:v>55.353099999999998</c:v>
                </c:pt>
                <c:pt idx="253">
                  <c:v>55.5871</c:v>
                </c:pt>
                <c:pt idx="254">
                  <c:v>55.821100000000001</c:v>
                </c:pt>
                <c:pt idx="255">
                  <c:v>56.055100000000003</c:v>
                </c:pt>
                <c:pt idx="256">
                  <c:v>56.289200000000001</c:v>
                </c:pt>
                <c:pt idx="257">
                  <c:v>56.523200000000003</c:v>
                </c:pt>
                <c:pt idx="258">
                  <c:v>56.757300000000001</c:v>
                </c:pt>
                <c:pt idx="259">
                  <c:v>56.991300000000003</c:v>
                </c:pt>
                <c:pt idx="260">
                  <c:v>57.2254</c:v>
                </c:pt>
                <c:pt idx="261">
                  <c:v>57.459499999999998</c:v>
                </c:pt>
                <c:pt idx="262">
                  <c:v>57.693600000000004</c:v>
                </c:pt>
                <c:pt idx="263">
                  <c:v>57.927700000000002</c:v>
                </c:pt>
                <c:pt idx="264">
                  <c:v>58.161900000000003</c:v>
                </c:pt>
                <c:pt idx="265">
                  <c:v>58.396099999999997</c:v>
                </c:pt>
                <c:pt idx="266">
                  <c:v>58.630299999999998</c:v>
                </c:pt>
                <c:pt idx="267">
                  <c:v>58.8645</c:v>
                </c:pt>
                <c:pt idx="268">
                  <c:v>59.098700000000001</c:v>
                </c:pt>
                <c:pt idx="269">
                  <c:v>59.332900000000002</c:v>
                </c:pt>
                <c:pt idx="270">
                  <c:v>59.5672</c:v>
                </c:pt>
                <c:pt idx="271">
                  <c:v>59.801400000000001</c:v>
                </c:pt>
                <c:pt idx="272">
                  <c:v>60.035699999999999</c:v>
                </c:pt>
                <c:pt idx="273">
                  <c:v>60.27</c:v>
                </c:pt>
                <c:pt idx="274">
                  <c:v>60.504300000000001</c:v>
                </c:pt>
                <c:pt idx="275">
                  <c:v>60.738700000000001</c:v>
                </c:pt>
                <c:pt idx="276">
                  <c:v>60.973100000000002</c:v>
                </c:pt>
                <c:pt idx="277">
                  <c:v>61.207500000000003</c:v>
                </c:pt>
                <c:pt idx="278">
                  <c:v>61.441899999999997</c:v>
                </c:pt>
                <c:pt idx="279">
                  <c:v>61.676499999999997</c:v>
                </c:pt>
                <c:pt idx="280">
                  <c:v>61.911000000000001</c:v>
                </c:pt>
                <c:pt idx="281">
                  <c:v>62.145699999999998</c:v>
                </c:pt>
                <c:pt idx="282">
                  <c:v>62.380299999999998</c:v>
                </c:pt>
                <c:pt idx="283">
                  <c:v>62.615099999999998</c:v>
                </c:pt>
                <c:pt idx="284">
                  <c:v>62.849899999999998</c:v>
                </c:pt>
                <c:pt idx="285">
                  <c:v>63.084800000000001</c:v>
                </c:pt>
                <c:pt idx="286">
                  <c:v>63.319699999999997</c:v>
                </c:pt>
                <c:pt idx="287">
                  <c:v>63.554499999999997</c:v>
                </c:pt>
                <c:pt idx="288">
                  <c:v>63.789400000000001</c:v>
                </c:pt>
                <c:pt idx="289">
                  <c:v>64.024299999999997</c:v>
                </c:pt>
                <c:pt idx="290">
                  <c:v>64.259200000000007</c:v>
                </c:pt>
                <c:pt idx="291">
                  <c:v>64.494100000000003</c:v>
                </c:pt>
                <c:pt idx="292">
                  <c:v>64.728999999999999</c:v>
                </c:pt>
                <c:pt idx="293">
                  <c:v>64.963899999999995</c:v>
                </c:pt>
                <c:pt idx="294">
                  <c:v>65.198700000000002</c:v>
                </c:pt>
                <c:pt idx="295">
                  <c:v>65.433599999999998</c:v>
                </c:pt>
                <c:pt idx="296">
                  <c:v>65.668499999999995</c:v>
                </c:pt>
                <c:pt idx="297">
                  <c:v>65.903400000000005</c:v>
                </c:pt>
                <c:pt idx="298">
                  <c:v>66.138300000000001</c:v>
                </c:pt>
                <c:pt idx="299">
                  <c:v>66.373099999999994</c:v>
                </c:pt>
                <c:pt idx="300">
                  <c:v>66.607900000000001</c:v>
                </c:pt>
              </c:numCache>
            </c:numRef>
          </c:xVal>
          <c:yVal>
            <c:numRef>
              <c:f>'C1L4'!$AF$3:$AF$303</c:f>
              <c:numCache>
                <c:formatCode>General</c:formatCode>
                <c:ptCount val="301"/>
                <c:pt idx="0">
                  <c:v>-6.8942499999999998E-9</c:v>
                </c:pt>
                <c:pt idx="1">
                  <c:v>0.206784</c:v>
                </c:pt>
                <c:pt idx="2">
                  <c:v>0.41328800000000004</c:v>
                </c:pt>
                <c:pt idx="3">
                  <c:v>0.7224600000000001</c:v>
                </c:pt>
                <c:pt idx="4">
                  <c:v>1.1849400000000001</c:v>
                </c:pt>
                <c:pt idx="5">
                  <c:v>1.8757999999999999</c:v>
                </c:pt>
                <c:pt idx="6">
                  <c:v>2.9056600000000001</c:v>
                </c:pt>
                <c:pt idx="7">
                  <c:v>4.4361000000000006</c:v>
                </c:pt>
                <c:pt idx="8">
                  <c:v>6.6997299999999997</c:v>
                </c:pt>
                <c:pt idx="9">
                  <c:v>10.024100000000001</c:v>
                </c:pt>
                <c:pt idx="10">
                  <c:v>14.867000000000001</c:v>
                </c:pt>
                <c:pt idx="11">
                  <c:v>21.788700000000002</c:v>
                </c:pt>
                <c:pt idx="12">
                  <c:v>31.4621</c:v>
                </c:pt>
                <c:pt idx="13">
                  <c:v>44.519800000000004</c:v>
                </c:pt>
                <c:pt idx="14">
                  <c:v>57.714599999999997</c:v>
                </c:pt>
                <c:pt idx="15">
                  <c:v>69.183000000000007</c:v>
                </c:pt>
                <c:pt idx="16">
                  <c:v>79.208800000000011</c:v>
                </c:pt>
                <c:pt idx="17">
                  <c:v>88.026899999999998</c:v>
                </c:pt>
                <c:pt idx="18">
                  <c:v>95.830300000000008</c:v>
                </c:pt>
                <c:pt idx="19">
                  <c:v>102.776</c:v>
                </c:pt>
                <c:pt idx="20">
                  <c:v>108.994</c:v>
                </c:pt>
                <c:pt idx="21">
                  <c:v>114.58800000000001</c:v>
                </c:pt>
                <c:pt idx="22">
                  <c:v>119.646</c:v>
                </c:pt>
                <c:pt idx="23">
                  <c:v>124.24000000000001</c:v>
                </c:pt>
                <c:pt idx="24">
                  <c:v>128.43</c:v>
                </c:pt>
                <c:pt idx="25">
                  <c:v>132.267</c:v>
                </c:pt>
                <c:pt idx="26">
                  <c:v>135.791</c:v>
                </c:pt>
                <c:pt idx="27">
                  <c:v>139.041</c:v>
                </c:pt>
                <c:pt idx="28">
                  <c:v>142.04599999999999</c:v>
                </c:pt>
                <c:pt idx="29">
                  <c:v>144.833</c:v>
                </c:pt>
                <c:pt idx="30">
                  <c:v>147.42500000000001</c:v>
                </c:pt>
                <c:pt idx="31">
                  <c:v>149.84100000000001</c:v>
                </c:pt>
                <c:pt idx="32">
                  <c:v>152.09899999999999</c:v>
                </c:pt>
                <c:pt idx="33">
                  <c:v>154.21299999999999</c:v>
                </c:pt>
                <c:pt idx="34">
                  <c:v>156.197</c:v>
                </c:pt>
                <c:pt idx="35">
                  <c:v>158.06200000000001</c:v>
                </c:pt>
                <c:pt idx="36">
                  <c:v>159.82</c:v>
                </c:pt>
                <c:pt idx="37">
                  <c:v>161.47800000000001</c:v>
                </c:pt>
                <c:pt idx="38">
                  <c:v>163.04400000000001</c:v>
                </c:pt>
                <c:pt idx="39">
                  <c:v>164.52799999999999</c:v>
                </c:pt>
                <c:pt idx="40">
                  <c:v>165.934</c:v>
                </c:pt>
                <c:pt idx="41">
                  <c:v>167.268</c:v>
                </c:pt>
                <c:pt idx="42">
                  <c:v>168.53700000000001</c:v>
                </c:pt>
                <c:pt idx="43">
                  <c:v>169.745</c:v>
                </c:pt>
                <c:pt idx="44">
                  <c:v>170.89500000000001</c:v>
                </c:pt>
                <c:pt idx="45">
                  <c:v>171.99199999999999</c:v>
                </c:pt>
                <c:pt idx="46">
                  <c:v>173.04</c:v>
                </c:pt>
                <c:pt idx="47">
                  <c:v>174.042</c:v>
                </c:pt>
                <c:pt idx="48">
                  <c:v>175.001</c:v>
                </c:pt>
                <c:pt idx="49">
                  <c:v>175.91900000000001</c:v>
                </c:pt>
                <c:pt idx="50">
                  <c:v>176.79900000000001</c:v>
                </c:pt>
                <c:pt idx="51">
                  <c:v>177.64400000000001</c:v>
                </c:pt>
                <c:pt idx="52">
                  <c:v>178.45500000000001</c:v>
                </c:pt>
                <c:pt idx="53">
                  <c:v>179.23400000000001</c:v>
                </c:pt>
                <c:pt idx="54">
                  <c:v>179.98400000000001</c:v>
                </c:pt>
                <c:pt idx="55">
                  <c:v>180.70600000000002</c:v>
                </c:pt>
                <c:pt idx="56">
                  <c:v>181.40100000000001</c:v>
                </c:pt>
                <c:pt idx="57">
                  <c:v>182.071</c:v>
                </c:pt>
                <c:pt idx="58">
                  <c:v>182.71700000000001</c:v>
                </c:pt>
                <c:pt idx="59">
                  <c:v>183.34100000000001</c:v>
                </c:pt>
                <c:pt idx="60">
                  <c:v>183.94400000000002</c:v>
                </c:pt>
                <c:pt idx="61">
                  <c:v>184.52600000000001</c:v>
                </c:pt>
                <c:pt idx="62">
                  <c:v>185.089</c:v>
                </c:pt>
                <c:pt idx="63">
                  <c:v>185.63300000000001</c:v>
                </c:pt>
                <c:pt idx="64">
                  <c:v>186.16</c:v>
                </c:pt>
                <c:pt idx="65">
                  <c:v>186.67099999999999</c:v>
                </c:pt>
                <c:pt idx="66">
                  <c:v>187.16499999999999</c:v>
                </c:pt>
                <c:pt idx="67">
                  <c:v>187.64500000000001</c:v>
                </c:pt>
                <c:pt idx="68">
                  <c:v>188.11</c:v>
                </c:pt>
                <c:pt idx="69">
                  <c:v>188.56100000000001</c:v>
                </c:pt>
                <c:pt idx="70">
                  <c:v>188.999</c:v>
                </c:pt>
                <c:pt idx="71">
                  <c:v>189.42400000000001</c:v>
                </c:pt>
                <c:pt idx="72">
                  <c:v>189.83799999999999</c:v>
                </c:pt>
                <c:pt idx="73">
                  <c:v>190.239</c:v>
                </c:pt>
                <c:pt idx="74">
                  <c:v>190.63</c:v>
                </c:pt>
                <c:pt idx="75">
                  <c:v>191.01</c:v>
                </c:pt>
                <c:pt idx="76">
                  <c:v>191.38</c:v>
                </c:pt>
                <c:pt idx="77">
                  <c:v>191.74</c:v>
                </c:pt>
                <c:pt idx="78">
                  <c:v>192.09100000000001</c:v>
                </c:pt>
                <c:pt idx="79">
                  <c:v>192.43200000000002</c:v>
                </c:pt>
                <c:pt idx="80">
                  <c:v>192.76500000000001</c:v>
                </c:pt>
                <c:pt idx="81">
                  <c:v>193.09</c:v>
                </c:pt>
                <c:pt idx="82">
                  <c:v>193.40600000000001</c:v>
                </c:pt>
                <c:pt idx="83">
                  <c:v>193.715</c:v>
                </c:pt>
                <c:pt idx="84">
                  <c:v>194.01599999999999</c:v>
                </c:pt>
                <c:pt idx="85">
                  <c:v>194.31</c:v>
                </c:pt>
                <c:pt idx="86">
                  <c:v>194.59700000000001</c:v>
                </c:pt>
                <c:pt idx="87">
                  <c:v>194.87700000000001</c:v>
                </c:pt>
                <c:pt idx="88">
                  <c:v>195.15100000000001</c:v>
                </c:pt>
                <c:pt idx="89">
                  <c:v>195.41800000000001</c:v>
                </c:pt>
                <c:pt idx="90">
                  <c:v>195.68</c:v>
                </c:pt>
                <c:pt idx="91">
                  <c:v>195.93600000000001</c:v>
                </c:pt>
                <c:pt idx="92">
                  <c:v>196.18600000000001</c:v>
                </c:pt>
                <c:pt idx="93">
                  <c:v>196.43</c:v>
                </c:pt>
                <c:pt idx="94">
                  <c:v>196.66900000000001</c:v>
                </c:pt>
                <c:pt idx="95">
                  <c:v>196.904</c:v>
                </c:pt>
                <c:pt idx="96">
                  <c:v>197.13300000000001</c:v>
                </c:pt>
                <c:pt idx="97">
                  <c:v>197.357</c:v>
                </c:pt>
                <c:pt idx="98">
                  <c:v>197.577</c:v>
                </c:pt>
                <c:pt idx="99">
                  <c:v>197.792</c:v>
                </c:pt>
                <c:pt idx="100">
                  <c:v>198.00300000000001</c:v>
                </c:pt>
                <c:pt idx="101">
                  <c:v>198.21</c:v>
                </c:pt>
                <c:pt idx="102">
                  <c:v>198.41300000000001</c:v>
                </c:pt>
                <c:pt idx="103">
                  <c:v>198.61099999999999</c:v>
                </c:pt>
                <c:pt idx="104">
                  <c:v>198.80600000000001</c:v>
                </c:pt>
                <c:pt idx="105">
                  <c:v>198.99700000000001</c:v>
                </c:pt>
                <c:pt idx="106">
                  <c:v>199.184</c:v>
                </c:pt>
                <c:pt idx="107">
                  <c:v>199.36799999999999</c:v>
                </c:pt>
                <c:pt idx="108">
                  <c:v>199.548</c:v>
                </c:pt>
                <c:pt idx="109">
                  <c:v>199.72499999999999</c:v>
                </c:pt>
                <c:pt idx="110">
                  <c:v>199.899</c:v>
                </c:pt>
                <c:pt idx="111">
                  <c:v>200.07</c:v>
                </c:pt>
                <c:pt idx="112">
                  <c:v>200.23699999999999</c:v>
                </c:pt>
                <c:pt idx="113">
                  <c:v>200.40200000000002</c:v>
                </c:pt>
                <c:pt idx="114">
                  <c:v>200.56300000000002</c:v>
                </c:pt>
                <c:pt idx="115">
                  <c:v>200.72200000000001</c:v>
                </c:pt>
                <c:pt idx="116">
                  <c:v>200.87800000000001</c:v>
                </c:pt>
                <c:pt idx="117">
                  <c:v>201.03200000000001</c:v>
                </c:pt>
                <c:pt idx="118">
                  <c:v>201.18200000000002</c:v>
                </c:pt>
                <c:pt idx="119">
                  <c:v>201.33</c:v>
                </c:pt>
                <c:pt idx="120">
                  <c:v>201.476</c:v>
                </c:pt>
                <c:pt idx="121">
                  <c:v>201.619</c:v>
                </c:pt>
                <c:pt idx="122">
                  <c:v>201.76</c:v>
                </c:pt>
                <c:pt idx="123">
                  <c:v>201.899</c:v>
                </c:pt>
                <c:pt idx="124">
                  <c:v>202.035</c:v>
                </c:pt>
                <c:pt idx="125">
                  <c:v>202.16900000000001</c:v>
                </c:pt>
                <c:pt idx="126">
                  <c:v>202.30100000000002</c:v>
                </c:pt>
                <c:pt idx="127">
                  <c:v>202.43100000000001</c:v>
                </c:pt>
                <c:pt idx="128">
                  <c:v>202.559</c:v>
                </c:pt>
                <c:pt idx="129">
                  <c:v>202.685</c:v>
                </c:pt>
                <c:pt idx="130">
                  <c:v>202.809</c:v>
                </c:pt>
                <c:pt idx="131">
                  <c:v>202.93100000000001</c:v>
                </c:pt>
                <c:pt idx="132">
                  <c:v>203.05100000000002</c:v>
                </c:pt>
                <c:pt idx="133">
                  <c:v>203.16900000000001</c:v>
                </c:pt>
                <c:pt idx="134">
                  <c:v>203.286</c:v>
                </c:pt>
                <c:pt idx="135">
                  <c:v>203.4</c:v>
                </c:pt>
                <c:pt idx="136">
                  <c:v>203.51400000000001</c:v>
                </c:pt>
                <c:pt idx="137">
                  <c:v>203.625</c:v>
                </c:pt>
                <c:pt idx="138">
                  <c:v>203.73500000000001</c:v>
                </c:pt>
                <c:pt idx="139">
                  <c:v>203.84300000000002</c:v>
                </c:pt>
                <c:pt idx="140">
                  <c:v>203.95000000000002</c:v>
                </c:pt>
                <c:pt idx="141">
                  <c:v>204.05500000000001</c:v>
                </c:pt>
                <c:pt idx="142">
                  <c:v>204.15899999999999</c:v>
                </c:pt>
                <c:pt idx="143">
                  <c:v>204.261</c:v>
                </c:pt>
                <c:pt idx="144">
                  <c:v>204.36199999999999</c:v>
                </c:pt>
                <c:pt idx="145">
                  <c:v>204.46100000000001</c:v>
                </c:pt>
                <c:pt idx="146">
                  <c:v>204.56</c:v>
                </c:pt>
                <c:pt idx="147">
                  <c:v>204.65600000000001</c:v>
                </c:pt>
                <c:pt idx="148">
                  <c:v>204.75200000000001</c:v>
                </c:pt>
                <c:pt idx="149">
                  <c:v>204.846</c:v>
                </c:pt>
                <c:pt idx="150">
                  <c:v>204.93899999999999</c:v>
                </c:pt>
                <c:pt idx="151">
                  <c:v>205.03</c:v>
                </c:pt>
                <c:pt idx="152">
                  <c:v>205.12100000000001</c:v>
                </c:pt>
                <c:pt idx="153">
                  <c:v>205.21</c:v>
                </c:pt>
                <c:pt idx="154">
                  <c:v>205.298</c:v>
                </c:pt>
                <c:pt idx="155">
                  <c:v>205.38499999999999</c:v>
                </c:pt>
                <c:pt idx="156">
                  <c:v>205.471</c:v>
                </c:pt>
                <c:pt idx="157">
                  <c:v>205.55600000000001</c:v>
                </c:pt>
                <c:pt idx="158">
                  <c:v>205.64000000000001</c:v>
                </c:pt>
                <c:pt idx="159">
                  <c:v>205.72300000000001</c:v>
                </c:pt>
                <c:pt idx="160">
                  <c:v>205.804</c:v>
                </c:pt>
                <c:pt idx="161">
                  <c:v>205.88499999999999</c:v>
                </c:pt>
                <c:pt idx="162">
                  <c:v>205.965</c:v>
                </c:pt>
                <c:pt idx="163">
                  <c:v>206.04300000000001</c:v>
                </c:pt>
                <c:pt idx="164">
                  <c:v>206.12100000000001</c:v>
                </c:pt>
                <c:pt idx="165">
                  <c:v>206.19800000000001</c:v>
                </c:pt>
                <c:pt idx="166">
                  <c:v>206.274</c:v>
                </c:pt>
                <c:pt idx="167">
                  <c:v>206.34900000000002</c:v>
                </c:pt>
                <c:pt idx="168">
                  <c:v>206.423</c:v>
                </c:pt>
                <c:pt idx="169">
                  <c:v>206.49600000000001</c:v>
                </c:pt>
                <c:pt idx="170">
                  <c:v>206.56800000000001</c:v>
                </c:pt>
                <c:pt idx="171">
                  <c:v>206.64000000000001</c:v>
                </c:pt>
                <c:pt idx="172">
                  <c:v>206.71100000000001</c:v>
                </c:pt>
                <c:pt idx="173">
                  <c:v>206.78</c:v>
                </c:pt>
                <c:pt idx="174">
                  <c:v>206.85</c:v>
                </c:pt>
                <c:pt idx="175">
                  <c:v>206.91800000000001</c:v>
                </c:pt>
                <c:pt idx="176">
                  <c:v>206.98500000000001</c:v>
                </c:pt>
                <c:pt idx="177">
                  <c:v>207.05199999999999</c:v>
                </c:pt>
                <c:pt idx="178">
                  <c:v>207.11799999999999</c:v>
                </c:pt>
                <c:pt idx="179">
                  <c:v>207.184</c:v>
                </c:pt>
                <c:pt idx="180">
                  <c:v>207.24799999999999</c:v>
                </c:pt>
                <c:pt idx="181">
                  <c:v>207.31200000000001</c:v>
                </c:pt>
                <c:pt idx="182">
                  <c:v>207.375</c:v>
                </c:pt>
                <c:pt idx="183">
                  <c:v>207.43800000000002</c:v>
                </c:pt>
                <c:pt idx="184">
                  <c:v>207.5</c:v>
                </c:pt>
                <c:pt idx="185">
                  <c:v>207.56100000000001</c:v>
                </c:pt>
                <c:pt idx="186">
                  <c:v>207.62100000000001</c:v>
                </c:pt>
                <c:pt idx="187">
                  <c:v>207.68100000000001</c:v>
                </c:pt>
                <c:pt idx="188">
                  <c:v>207.74100000000001</c:v>
                </c:pt>
                <c:pt idx="189">
                  <c:v>207.79900000000001</c:v>
                </c:pt>
                <c:pt idx="190">
                  <c:v>207.857</c:v>
                </c:pt>
                <c:pt idx="191">
                  <c:v>207.91499999999999</c:v>
                </c:pt>
                <c:pt idx="192">
                  <c:v>207.97200000000001</c:v>
                </c:pt>
                <c:pt idx="193">
                  <c:v>208.02799999999999</c:v>
                </c:pt>
                <c:pt idx="194">
                  <c:v>208.084</c:v>
                </c:pt>
                <c:pt idx="195">
                  <c:v>208.13900000000001</c:v>
                </c:pt>
                <c:pt idx="196">
                  <c:v>208.19400000000002</c:v>
                </c:pt>
                <c:pt idx="197">
                  <c:v>208.24799999999999</c:v>
                </c:pt>
                <c:pt idx="198">
                  <c:v>208.30100000000002</c:v>
                </c:pt>
                <c:pt idx="199">
                  <c:v>208.35400000000001</c:v>
                </c:pt>
                <c:pt idx="200">
                  <c:v>208.40700000000001</c:v>
                </c:pt>
                <c:pt idx="201">
                  <c:v>208.459</c:v>
                </c:pt>
                <c:pt idx="202">
                  <c:v>208.51</c:v>
                </c:pt>
                <c:pt idx="203">
                  <c:v>208.56100000000001</c:v>
                </c:pt>
                <c:pt idx="204">
                  <c:v>208.61199999999999</c:v>
                </c:pt>
                <c:pt idx="205">
                  <c:v>208.66200000000001</c:v>
                </c:pt>
                <c:pt idx="206">
                  <c:v>208.71100000000001</c:v>
                </c:pt>
                <c:pt idx="207">
                  <c:v>208.76</c:v>
                </c:pt>
                <c:pt idx="208">
                  <c:v>208.809</c:v>
                </c:pt>
                <c:pt idx="209">
                  <c:v>208.857</c:v>
                </c:pt>
                <c:pt idx="210">
                  <c:v>208.905</c:v>
                </c:pt>
                <c:pt idx="211">
                  <c:v>208.952</c:v>
                </c:pt>
                <c:pt idx="212">
                  <c:v>208.999</c:v>
                </c:pt>
                <c:pt idx="213">
                  <c:v>209.04500000000002</c:v>
                </c:pt>
                <c:pt idx="214">
                  <c:v>209.09100000000001</c:v>
                </c:pt>
                <c:pt idx="215">
                  <c:v>209.137</c:v>
                </c:pt>
                <c:pt idx="216">
                  <c:v>209.18200000000002</c:v>
                </c:pt>
                <c:pt idx="217">
                  <c:v>209.226</c:v>
                </c:pt>
                <c:pt idx="218">
                  <c:v>209.27</c:v>
                </c:pt>
                <c:pt idx="219">
                  <c:v>209.31399999999999</c:v>
                </c:pt>
                <c:pt idx="220">
                  <c:v>209.357</c:v>
                </c:pt>
                <c:pt idx="221">
                  <c:v>209.399</c:v>
                </c:pt>
                <c:pt idx="222">
                  <c:v>209.441</c:v>
                </c:pt>
                <c:pt idx="223">
                  <c:v>209.482</c:v>
                </c:pt>
                <c:pt idx="224">
                  <c:v>209.52199999999999</c:v>
                </c:pt>
                <c:pt idx="225">
                  <c:v>209.56100000000001</c:v>
                </c:pt>
                <c:pt idx="226">
                  <c:v>209.601</c:v>
                </c:pt>
                <c:pt idx="227">
                  <c:v>209.63900000000001</c:v>
                </c:pt>
                <c:pt idx="228">
                  <c:v>209.679</c:v>
                </c:pt>
                <c:pt idx="229">
                  <c:v>209.70099999999999</c:v>
                </c:pt>
                <c:pt idx="230">
                  <c:v>209.732</c:v>
                </c:pt>
                <c:pt idx="231">
                  <c:v>209.76</c:v>
                </c:pt>
                <c:pt idx="232">
                  <c:v>209.786</c:v>
                </c:pt>
                <c:pt idx="233">
                  <c:v>209.81100000000001</c:v>
                </c:pt>
                <c:pt idx="234">
                  <c:v>209.833</c:v>
                </c:pt>
                <c:pt idx="235">
                  <c:v>209.85400000000001</c:v>
                </c:pt>
                <c:pt idx="236">
                  <c:v>209.87299999999999</c:v>
                </c:pt>
                <c:pt idx="237">
                  <c:v>209.88900000000001</c:v>
                </c:pt>
                <c:pt idx="238">
                  <c:v>209.90200000000002</c:v>
                </c:pt>
                <c:pt idx="239">
                  <c:v>209.91300000000001</c:v>
                </c:pt>
                <c:pt idx="240">
                  <c:v>209.92099999999999</c:v>
                </c:pt>
                <c:pt idx="241">
                  <c:v>209.928</c:v>
                </c:pt>
                <c:pt idx="242">
                  <c:v>209.92699999999999</c:v>
                </c:pt>
                <c:pt idx="243">
                  <c:v>209.928</c:v>
                </c:pt>
                <c:pt idx="244">
                  <c:v>209.93899999999999</c:v>
                </c:pt>
                <c:pt idx="245">
                  <c:v>209.929</c:v>
                </c:pt>
                <c:pt idx="246">
                  <c:v>209.928</c:v>
                </c:pt>
                <c:pt idx="247">
                  <c:v>209.92500000000001</c:v>
                </c:pt>
                <c:pt idx="248">
                  <c:v>209.91900000000001</c:v>
                </c:pt>
                <c:pt idx="249">
                  <c:v>209.90899999999999</c:v>
                </c:pt>
                <c:pt idx="250">
                  <c:v>209.89699999999999</c:v>
                </c:pt>
                <c:pt idx="251">
                  <c:v>209.88200000000001</c:v>
                </c:pt>
                <c:pt idx="252">
                  <c:v>209.86600000000001</c:v>
                </c:pt>
                <c:pt idx="253">
                  <c:v>209.84800000000001</c:v>
                </c:pt>
                <c:pt idx="254">
                  <c:v>209.827</c:v>
                </c:pt>
                <c:pt idx="255">
                  <c:v>209.803</c:v>
                </c:pt>
                <c:pt idx="256">
                  <c:v>209.77799999999999</c:v>
                </c:pt>
                <c:pt idx="257">
                  <c:v>209.75200000000001</c:v>
                </c:pt>
                <c:pt idx="258">
                  <c:v>209.72400000000002</c:v>
                </c:pt>
                <c:pt idx="259">
                  <c:v>209.696</c:v>
                </c:pt>
                <c:pt idx="260">
                  <c:v>209.666</c:v>
                </c:pt>
                <c:pt idx="261">
                  <c:v>209.636</c:v>
                </c:pt>
                <c:pt idx="262">
                  <c:v>209.60300000000001</c:v>
                </c:pt>
                <c:pt idx="263">
                  <c:v>209.56900000000002</c:v>
                </c:pt>
                <c:pt idx="264">
                  <c:v>209.53300000000002</c:v>
                </c:pt>
                <c:pt idx="265">
                  <c:v>209.49600000000001</c:v>
                </c:pt>
                <c:pt idx="266">
                  <c:v>209.45699999999999</c:v>
                </c:pt>
                <c:pt idx="267">
                  <c:v>209.416</c:v>
                </c:pt>
                <c:pt idx="268">
                  <c:v>209.374</c:v>
                </c:pt>
                <c:pt idx="269">
                  <c:v>209.33100000000002</c:v>
                </c:pt>
                <c:pt idx="270">
                  <c:v>209.28700000000001</c:v>
                </c:pt>
                <c:pt idx="271">
                  <c:v>209.24199999999999</c:v>
                </c:pt>
                <c:pt idx="272">
                  <c:v>209.196</c:v>
                </c:pt>
                <c:pt idx="273">
                  <c:v>209.148</c:v>
                </c:pt>
                <c:pt idx="274">
                  <c:v>209.1</c:v>
                </c:pt>
                <c:pt idx="275">
                  <c:v>209.05</c:v>
                </c:pt>
                <c:pt idx="276">
                  <c:v>208.99799999999999</c:v>
                </c:pt>
                <c:pt idx="277">
                  <c:v>208.94499999999999</c:v>
                </c:pt>
                <c:pt idx="278">
                  <c:v>208.88900000000001</c:v>
                </c:pt>
                <c:pt idx="279">
                  <c:v>208.83100000000002</c:v>
                </c:pt>
                <c:pt idx="280">
                  <c:v>208.77100000000002</c:v>
                </c:pt>
                <c:pt idx="281">
                  <c:v>208.71</c:v>
                </c:pt>
                <c:pt idx="282">
                  <c:v>208.648</c:v>
                </c:pt>
                <c:pt idx="283">
                  <c:v>208.583</c:v>
                </c:pt>
                <c:pt idx="284">
                  <c:v>208.517</c:v>
                </c:pt>
                <c:pt idx="285">
                  <c:v>208.45000000000002</c:v>
                </c:pt>
                <c:pt idx="286">
                  <c:v>208.38200000000001</c:v>
                </c:pt>
                <c:pt idx="287">
                  <c:v>208.31300000000002</c:v>
                </c:pt>
                <c:pt idx="288">
                  <c:v>208.24199999999999</c:v>
                </c:pt>
                <c:pt idx="289">
                  <c:v>208.172</c:v>
                </c:pt>
                <c:pt idx="290">
                  <c:v>208.1</c:v>
                </c:pt>
                <c:pt idx="291">
                  <c:v>208.02600000000001</c:v>
                </c:pt>
                <c:pt idx="292">
                  <c:v>207.95099999999999</c:v>
                </c:pt>
                <c:pt idx="293">
                  <c:v>207.87700000000001</c:v>
                </c:pt>
                <c:pt idx="294">
                  <c:v>207.80100000000002</c:v>
                </c:pt>
                <c:pt idx="295">
                  <c:v>207.72499999999999</c:v>
                </c:pt>
                <c:pt idx="296">
                  <c:v>207.648</c:v>
                </c:pt>
                <c:pt idx="297">
                  <c:v>207.571</c:v>
                </c:pt>
                <c:pt idx="298">
                  <c:v>207.49299999999999</c:v>
                </c:pt>
                <c:pt idx="299">
                  <c:v>207.41499999999999</c:v>
                </c:pt>
                <c:pt idx="300">
                  <c:v>207.33600000000001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7-2DE4-43A3-81E5-117AF3B5991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184599728"/>
        <c:axId val="1184597328"/>
      </c:scatterChart>
      <c:valAx>
        <c:axId val="1184599728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sz="1200" b="1"/>
                  <a:t>Lateral displacement at mid-height (mm)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84597328"/>
        <c:crosses val="autoZero"/>
        <c:crossBetween val="midCat"/>
      </c:valAx>
      <c:valAx>
        <c:axId val="118459732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sz="1200" b="1"/>
                  <a:t>Load (KN)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84599728"/>
        <c:crosses val="autoZero"/>
        <c:crossBetween val="midCat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1800" b="1" i="0" u="none" strike="noStrike" kern="1200" spc="0" baseline="0">
                <a:solidFill>
                  <a:sysClr val="windowText" lastClr="000000">
                    <a:lumMod val="65000"/>
                    <a:lumOff val="35000"/>
                  </a:sysClr>
                </a:solidFill>
              </a:rPr>
              <a:t>C2 specimens b/200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scatterChart>
        <c:scatterStyle val="lineMarker"/>
        <c:varyColors val="0"/>
        <c:ser>
          <c:idx val="0"/>
          <c:order val="0"/>
          <c:tx>
            <c:v>C2_L1_exp</c:v>
          </c:tx>
          <c:spPr>
            <a:ln w="19050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xVal>
            <c:numRef>
              <c:f>'C2L1'!$A$3:$A$23</c:f>
              <c:numCache>
                <c:formatCode>General</c:formatCode>
                <c:ptCount val="21"/>
                <c:pt idx="0">
                  <c:v>-5.379437668822E-2</c:v>
                </c:pt>
                <c:pt idx="1">
                  <c:v>8.3225801712250899E-2</c:v>
                </c:pt>
                <c:pt idx="2">
                  <c:v>0.357559983055868</c:v>
                </c:pt>
                <c:pt idx="3">
                  <c:v>0.63777065525297605</c:v>
                </c:pt>
                <c:pt idx="4">
                  <c:v>0.98742186103545004</c:v>
                </c:pt>
                <c:pt idx="5">
                  <c:v>1.2322756465974101</c:v>
                </c:pt>
                <c:pt idx="6">
                  <c:v>1.6187528617283999</c:v>
                </c:pt>
                <c:pt idx="7">
                  <c:v>2.21942816846899</c:v>
                </c:pt>
                <c:pt idx="8">
                  <c:v>2.6792635777543601</c:v>
                </c:pt>
                <c:pt idx="9">
                  <c:v>3.1754352888170998</c:v>
                </c:pt>
                <c:pt idx="10">
                  <c:v>3.7438878373777502</c:v>
                </c:pt>
                <c:pt idx="11">
                  <c:v>4.5266364190622097</c:v>
                </c:pt>
                <c:pt idx="12">
                  <c:v>5.80927848934998</c:v>
                </c:pt>
                <c:pt idx="13">
                  <c:v>7.1638096310787303</c:v>
                </c:pt>
                <c:pt idx="14">
                  <c:v>8.7329306304739802</c:v>
                </c:pt>
                <c:pt idx="15">
                  <c:v>10.7300560470315</c:v>
                </c:pt>
                <c:pt idx="16">
                  <c:v>13.155087939237101</c:v>
                </c:pt>
                <c:pt idx="17">
                  <c:v>15.5797280653859</c:v>
                </c:pt>
                <c:pt idx="18">
                  <c:v>19.146366247395601</c:v>
                </c:pt>
                <c:pt idx="19">
                  <c:v>23.283709632793101</c:v>
                </c:pt>
                <c:pt idx="20">
                  <c:v>27.278352231965101</c:v>
                </c:pt>
              </c:numCache>
            </c:numRef>
          </c:xVal>
          <c:yVal>
            <c:numRef>
              <c:f>'C2L1'!$B$3:$B$23</c:f>
              <c:numCache>
                <c:formatCode>General</c:formatCode>
                <c:ptCount val="21"/>
                <c:pt idx="0">
                  <c:v>7.1443437551265498</c:v>
                </c:pt>
                <c:pt idx="1">
                  <c:v>163.728339621994</c:v>
                </c:pt>
                <c:pt idx="2">
                  <c:v>468.65455293371502</c:v>
                </c:pt>
                <c:pt idx="3">
                  <c:v>608.74519780513003</c:v>
                </c:pt>
                <c:pt idx="4">
                  <c:v>801.02887560693102</c:v>
                </c:pt>
                <c:pt idx="5">
                  <c:v>932.88019059418605</c:v>
                </c:pt>
                <c:pt idx="6">
                  <c:v>1092.1943061700699</c:v>
                </c:pt>
                <c:pt idx="7">
                  <c:v>1243.2519520968001</c:v>
                </c:pt>
                <c:pt idx="8">
                  <c:v>1344.86872164287</c:v>
                </c:pt>
                <c:pt idx="9">
                  <c:v>1427.25222633304</c:v>
                </c:pt>
                <c:pt idx="10">
                  <c:v>1482.1582392074499</c:v>
                </c:pt>
                <c:pt idx="11">
                  <c:v>1526.06052295871</c:v>
                </c:pt>
                <c:pt idx="12">
                  <c:v>1547.9504513879499</c:v>
                </c:pt>
                <c:pt idx="13">
                  <c:v>1553.35192589745</c:v>
                </c:pt>
                <c:pt idx="14">
                  <c:v>1539.50789286177</c:v>
                </c:pt>
                <c:pt idx="15">
                  <c:v>1520.13995842382</c:v>
                </c:pt>
                <c:pt idx="16">
                  <c:v>1497.9953820576</c:v>
                </c:pt>
                <c:pt idx="17">
                  <c:v>1486.8398435874001</c:v>
                </c:pt>
                <c:pt idx="18">
                  <c:v>1442.6388382177499</c:v>
                </c:pt>
                <c:pt idx="19">
                  <c:v>1390.1568778204</c:v>
                </c:pt>
                <c:pt idx="20">
                  <c:v>1340.4319710484799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0E70-4B3A-AE39-A157C073ADB2}"/>
            </c:ext>
          </c:extLst>
        </c:ser>
        <c:ser>
          <c:idx val="1"/>
          <c:order val="1"/>
          <c:tx>
            <c:v>C2L1_b/200</c:v>
          </c:tx>
          <c:spPr>
            <a:ln w="19050" cap="rnd">
              <a:solidFill>
                <a:schemeClr val="accent2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2"/>
              </a:solidFill>
              <a:ln w="9525">
                <a:solidFill>
                  <a:schemeClr val="accent2"/>
                </a:solidFill>
              </a:ln>
              <a:effectLst/>
            </c:spPr>
          </c:marker>
          <c:xVal>
            <c:numRef>
              <c:f>'C2L1'!$AE$3:$AE$101</c:f>
              <c:numCache>
                <c:formatCode>General</c:formatCode>
                <c:ptCount val="99"/>
                <c:pt idx="0">
                  <c:v>-1.6808E-2</c:v>
                </c:pt>
                <c:pt idx="1">
                  <c:v>0.14202400000000001</c:v>
                </c:pt>
                <c:pt idx="2">
                  <c:v>0.328044</c:v>
                </c:pt>
                <c:pt idx="3">
                  <c:v>0.544983</c:v>
                </c:pt>
                <c:pt idx="4">
                  <c:v>0.79520599999999997</c:v>
                </c:pt>
                <c:pt idx="5">
                  <c:v>1.0786899999999999</c:v>
                </c:pt>
                <c:pt idx="6">
                  <c:v>1.3926400000000001</c:v>
                </c:pt>
                <c:pt idx="7">
                  <c:v>1.7322299999999999</c:v>
                </c:pt>
                <c:pt idx="8">
                  <c:v>2.0942099999999999</c:v>
                </c:pt>
                <c:pt idx="9">
                  <c:v>2.4758399999999998</c:v>
                </c:pt>
                <c:pt idx="10">
                  <c:v>2.8754599999999999</c:v>
                </c:pt>
                <c:pt idx="11">
                  <c:v>3.2852100000000002</c:v>
                </c:pt>
                <c:pt idx="12">
                  <c:v>3.6998500000000001</c:v>
                </c:pt>
                <c:pt idx="13">
                  <c:v>4.1178999999999997</c:v>
                </c:pt>
                <c:pt idx="14">
                  <c:v>4.5389299999999997</c:v>
                </c:pt>
                <c:pt idx="15">
                  <c:v>4.9621199999999996</c:v>
                </c:pt>
                <c:pt idx="16">
                  <c:v>5.3869199999999999</c:v>
                </c:pt>
                <c:pt idx="17">
                  <c:v>5.8132799999999998</c:v>
                </c:pt>
                <c:pt idx="18">
                  <c:v>6.2408900000000003</c:v>
                </c:pt>
                <c:pt idx="19">
                  <c:v>6.6697300000000004</c:v>
                </c:pt>
                <c:pt idx="20">
                  <c:v>7.0995299999999997</c:v>
                </c:pt>
                <c:pt idx="21">
                  <c:v>7.5301999999999998</c:v>
                </c:pt>
                <c:pt idx="22">
                  <c:v>7.9617300000000002</c:v>
                </c:pt>
                <c:pt idx="23">
                  <c:v>8.3940000000000001</c:v>
                </c:pt>
                <c:pt idx="24">
                  <c:v>8.8268599999999999</c:v>
                </c:pt>
                <c:pt idx="25">
                  <c:v>9.2603299999999997</c:v>
                </c:pt>
                <c:pt idx="26">
                  <c:v>9.6943400000000004</c:v>
                </c:pt>
                <c:pt idx="27">
                  <c:v>10.1288</c:v>
                </c:pt>
                <c:pt idx="28">
                  <c:v>10.563800000000001</c:v>
                </c:pt>
                <c:pt idx="29">
                  <c:v>10.9992</c:v>
                </c:pt>
                <c:pt idx="30">
                  <c:v>11.4351</c:v>
                </c:pt>
                <c:pt idx="31">
                  <c:v>11.8712</c:v>
                </c:pt>
                <c:pt idx="32">
                  <c:v>12.307600000000001</c:v>
                </c:pt>
                <c:pt idx="33">
                  <c:v>12.744199999999999</c:v>
                </c:pt>
                <c:pt idx="34">
                  <c:v>13.1812</c:v>
                </c:pt>
                <c:pt idx="35">
                  <c:v>13.618600000000001</c:v>
                </c:pt>
                <c:pt idx="36">
                  <c:v>14.0565</c:v>
                </c:pt>
                <c:pt idx="37">
                  <c:v>14.4947</c:v>
                </c:pt>
                <c:pt idx="38">
                  <c:v>14.933299999999999</c:v>
                </c:pt>
                <c:pt idx="39">
                  <c:v>15.3721</c:v>
                </c:pt>
                <c:pt idx="40">
                  <c:v>15.811199999999999</c:v>
                </c:pt>
                <c:pt idx="41">
                  <c:v>16.250599999999999</c:v>
                </c:pt>
                <c:pt idx="42">
                  <c:v>16.690300000000001</c:v>
                </c:pt>
                <c:pt idx="43">
                  <c:v>17.13</c:v>
                </c:pt>
                <c:pt idx="44">
                  <c:v>17.569800000000001</c:v>
                </c:pt>
                <c:pt idx="45">
                  <c:v>18.009599999999999</c:v>
                </c:pt>
                <c:pt idx="46">
                  <c:v>18.449200000000001</c:v>
                </c:pt>
                <c:pt idx="47">
                  <c:v>18.8889</c:v>
                </c:pt>
                <c:pt idx="48">
                  <c:v>19.328700000000001</c:v>
                </c:pt>
                <c:pt idx="49">
                  <c:v>19.7683</c:v>
                </c:pt>
                <c:pt idx="50">
                  <c:v>20.208300000000001</c:v>
                </c:pt>
                <c:pt idx="51">
                  <c:v>20.648499999999999</c:v>
                </c:pt>
                <c:pt idx="52">
                  <c:v>21.0885</c:v>
                </c:pt>
                <c:pt idx="53">
                  <c:v>21.528600000000001</c:v>
                </c:pt>
                <c:pt idx="54">
                  <c:v>21.969100000000001</c:v>
                </c:pt>
                <c:pt idx="55">
                  <c:v>22.409500000000001</c:v>
                </c:pt>
                <c:pt idx="56">
                  <c:v>22.850200000000001</c:v>
                </c:pt>
                <c:pt idx="57">
                  <c:v>23.2912</c:v>
                </c:pt>
                <c:pt idx="58">
                  <c:v>23.732800000000001</c:v>
                </c:pt>
                <c:pt idx="59">
                  <c:v>24.175000000000001</c:v>
                </c:pt>
                <c:pt idx="60">
                  <c:v>24.618099999999998</c:v>
                </c:pt>
                <c:pt idx="61">
                  <c:v>25.062100000000001</c:v>
                </c:pt>
                <c:pt idx="62">
                  <c:v>25.506799999999998</c:v>
                </c:pt>
                <c:pt idx="63">
                  <c:v>25.951899999999998</c:v>
                </c:pt>
                <c:pt idx="64">
                  <c:v>26.3977</c:v>
                </c:pt>
                <c:pt idx="65">
                  <c:v>26.844799999999999</c:v>
                </c:pt>
                <c:pt idx="66">
                  <c:v>27.293299999999999</c:v>
                </c:pt>
                <c:pt idx="67">
                  <c:v>27.7437</c:v>
                </c:pt>
                <c:pt idx="68">
                  <c:v>28.196100000000001</c:v>
                </c:pt>
                <c:pt idx="69">
                  <c:v>28.649699999999999</c:v>
                </c:pt>
                <c:pt idx="70">
                  <c:v>29.104399999999998</c:v>
                </c:pt>
                <c:pt idx="71">
                  <c:v>29.5611</c:v>
                </c:pt>
                <c:pt idx="72">
                  <c:v>30.0199</c:v>
                </c:pt>
                <c:pt idx="73">
                  <c:v>30.480799999999999</c:v>
                </c:pt>
                <c:pt idx="74">
                  <c:v>30.943999999999999</c:v>
                </c:pt>
                <c:pt idx="75">
                  <c:v>31.4084</c:v>
                </c:pt>
                <c:pt idx="76">
                  <c:v>31.873899999999999</c:v>
                </c:pt>
                <c:pt idx="77">
                  <c:v>32.340800000000002</c:v>
                </c:pt>
                <c:pt idx="78">
                  <c:v>32.809100000000001</c:v>
                </c:pt>
                <c:pt idx="79">
                  <c:v>33.2789</c:v>
                </c:pt>
                <c:pt idx="80">
                  <c:v>33.750100000000003</c:v>
                </c:pt>
                <c:pt idx="81">
                  <c:v>34.222999999999999</c:v>
                </c:pt>
                <c:pt idx="82">
                  <c:v>34.696899999999999</c:v>
                </c:pt>
                <c:pt idx="83">
                  <c:v>35.171599999999998</c:v>
                </c:pt>
                <c:pt idx="84">
                  <c:v>35.647199999999998</c:v>
                </c:pt>
                <c:pt idx="85">
                  <c:v>36.1233</c:v>
                </c:pt>
                <c:pt idx="86">
                  <c:v>36.600200000000001</c:v>
                </c:pt>
                <c:pt idx="87">
                  <c:v>37.077500000000001</c:v>
                </c:pt>
                <c:pt idx="88">
                  <c:v>37.555599999999998</c:v>
                </c:pt>
                <c:pt idx="89">
                  <c:v>38.034300000000002</c:v>
                </c:pt>
                <c:pt idx="90">
                  <c:v>38.513399999999997</c:v>
                </c:pt>
                <c:pt idx="91">
                  <c:v>38.992600000000003</c:v>
                </c:pt>
                <c:pt idx="92">
                  <c:v>39.472200000000001</c:v>
                </c:pt>
                <c:pt idx="93">
                  <c:v>39.952100000000002</c:v>
                </c:pt>
                <c:pt idx="94">
                  <c:v>40.432200000000002</c:v>
                </c:pt>
                <c:pt idx="95">
                  <c:v>40.912599999999998</c:v>
                </c:pt>
                <c:pt idx="96">
                  <c:v>41.393599999999999</c:v>
                </c:pt>
                <c:pt idx="97">
                  <c:v>41.874899999999997</c:v>
                </c:pt>
                <c:pt idx="98">
                  <c:v>42.356299999999997</c:v>
                </c:pt>
              </c:numCache>
            </c:numRef>
          </c:xVal>
          <c:yVal>
            <c:numRef>
              <c:f>'C2L1'!$AF$3:$AF$101</c:f>
              <c:numCache>
                <c:formatCode>General</c:formatCode>
                <c:ptCount val="99"/>
                <c:pt idx="0">
                  <c:v>2.3430900000000001E-2</c:v>
                </c:pt>
                <c:pt idx="1">
                  <c:v>219.18800000000002</c:v>
                </c:pt>
                <c:pt idx="2">
                  <c:v>429.839</c:v>
                </c:pt>
                <c:pt idx="3">
                  <c:v>628.71299999999997</c:v>
                </c:pt>
                <c:pt idx="4">
                  <c:v>812.16300000000001</c:v>
                </c:pt>
                <c:pt idx="5">
                  <c:v>976.80700000000002</c:v>
                </c:pt>
                <c:pt idx="6">
                  <c:v>1120.48</c:v>
                </c:pt>
                <c:pt idx="7">
                  <c:v>1242.8399999999999</c:v>
                </c:pt>
                <c:pt idx="8">
                  <c:v>1343.08</c:v>
                </c:pt>
                <c:pt idx="9">
                  <c:v>1419.29</c:v>
                </c:pt>
                <c:pt idx="10">
                  <c:v>1470.1000000000001</c:v>
                </c:pt>
                <c:pt idx="11">
                  <c:v>1502.1200000000001</c:v>
                </c:pt>
                <c:pt idx="12">
                  <c:v>1523</c:v>
                </c:pt>
                <c:pt idx="13">
                  <c:v>1536.21</c:v>
                </c:pt>
                <c:pt idx="14">
                  <c:v>1543.72</c:v>
                </c:pt>
                <c:pt idx="15">
                  <c:v>1547.27</c:v>
                </c:pt>
                <c:pt idx="16">
                  <c:v>1547.9</c:v>
                </c:pt>
                <c:pt idx="17">
                  <c:v>1546.41</c:v>
                </c:pt>
                <c:pt idx="18">
                  <c:v>1543.26</c:v>
                </c:pt>
                <c:pt idx="19">
                  <c:v>1538.54</c:v>
                </c:pt>
                <c:pt idx="20">
                  <c:v>1532.77</c:v>
                </c:pt>
                <c:pt idx="21">
                  <c:v>1526.22</c:v>
                </c:pt>
                <c:pt idx="22">
                  <c:v>1519.07</c:v>
                </c:pt>
                <c:pt idx="23">
                  <c:v>1511.49</c:v>
                </c:pt>
                <c:pt idx="24">
                  <c:v>1503.6100000000001</c:v>
                </c:pt>
                <c:pt idx="25">
                  <c:v>1495.47</c:v>
                </c:pt>
                <c:pt idx="26">
                  <c:v>1487.16</c:v>
                </c:pt>
                <c:pt idx="27">
                  <c:v>1478.74</c:v>
                </c:pt>
                <c:pt idx="28">
                  <c:v>1470.22</c:v>
                </c:pt>
                <c:pt idx="29">
                  <c:v>1461.66</c:v>
                </c:pt>
                <c:pt idx="30">
                  <c:v>1453.08</c:v>
                </c:pt>
                <c:pt idx="31">
                  <c:v>1444.49</c:v>
                </c:pt>
                <c:pt idx="32">
                  <c:v>1435.96</c:v>
                </c:pt>
                <c:pt idx="33">
                  <c:v>1427.5</c:v>
                </c:pt>
                <c:pt idx="34">
                  <c:v>1419.1200000000001</c:v>
                </c:pt>
                <c:pt idx="35">
                  <c:v>1410.78</c:v>
                </c:pt>
                <c:pt idx="36">
                  <c:v>1402.49</c:v>
                </c:pt>
                <c:pt idx="37">
                  <c:v>1394.3</c:v>
                </c:pt>
                <c:pt idx="38">
                  <c:v>1386.18</c:v>
                </c:pt>
                <c:pt idx="39">
                  <c:v>1378.1000000000001</c:v>
                </c:pt>
                <c:pt idx="40">
                  <c:v>1370.09</c:v>
                </c:pt>
                <c:pt idx="41">
                  <c:v>1362.15</c:v>
                </c:pt>
                <c:pt idx="42">
                  <c:v>1354.3</c:v>
                </c:pt>
                <c:pt idx="43">
                  <c:v>1346.55</c:v>
                </c:pt>
                <c:pt idx="44">
                  <c:v>1338.92</c:v>
                </c:pt>
                <c:pt idx="45">
                  <c:v>1331.42</c:v>
                </c:pt>
                <c:pt idx="46">
                  <c:v>1324.04</c:v>
                </c:pt>
                <c:pt idx="47">
                  <c:v>1316.78</c:v>
                </c:pt>
                <c:pt idx="48">
                  <c:v>1309.6200000000001</c:v>
                </c:pt>
                <c:pt idx="49">
                  <c:v>1302.55</c:v>
                </c:pt>
                <c:pt idx="50">
                  <c:v>1295.56</c:v>
                </c:pt>
                <c:pt idx="51">
                  <c:v>1288.6500000000001</c:v>
                </c:pt>
                <c:pt idx="52">
                  <c:v>1281.8700000000001</c:v>
                </c:pt>
                <c:pt idx="53">
                  <c:v>1275.17</c:v>
                </c:pt>
                <c:pt idx="54">
                  <c:v>1268.53</c:v>
                </c:pt>
                <c:pt idx="55">
                  <c:v>1262</c:v>
                </c:pt>
                <c:pt idx="56">
                  <c:v>1255.53</c:v>
                </c:pt>
                <c:pt idx="57">
                  <c:v>1249.1200000000001</c:v>
                </c:pt>
                <c:pt idx="58">
                  <c:v>1242.73</c:v>
                </c:pt>
                <c:pt idx="59">
                  <c:v>1236.3700000000001</c:v>
                </c:pt>
                <c:pt idx="60">
                  <c:v>1229.99</c:v>
                </c:pt>
                <c:pt idx="61">
                  <c:v>1223.58</c:v>
                </c:pt>
                <c:pt idx="62">
                  <c:v>1217.1600000000001</c:v>
                </c:pt>
                <c:pt idx="63">
                  <c:v>1210.77</c:v>
                </c:pt>
                <c:pt idx="64">
                  <c:v>1204.4000000000001</c:v>
                </c:pt>
                <c:pt idx="65">
                  <c:v>1197.96</c:v>
                </c:pt>
                <c:pt idx="66">
                  <c:v>1191.43</c:v>
                </c:pt>
                <c:pt idx="67">
                  <c:v>1184.78</c:v>
                </c:pt>
                <c:pt idx="68">
                  <c:v>1178.02</c:v>
                </c:pt>
                <c:pt idx="69">
                  <c:v>1171.25</c:v>
                </c:pt>
                <c:pt idx="70">
                  <c:v>1164.44</c:v>
                </c:pt>
                <c:pt idx="71">
                  <c:v>1157.55</c:v>
                </c:pt>
                <c:pt idx="72">
                  <c:v>1150.55</c:v>
                </c:pt>
                <c:pt idx="73">
                  <c:v>1143.45</c:v>
                </c:pt>
                <c:pt idx="74">
                  <c:v>1136.21</c:v>
                </c:pt>
                <c:pt idx="75">
                  <c:v>1128.93</c:v>
                </c:pt>
                <c:pt idx="76">
                  <c:v>1121.6000000000001</c:v>
                </c:pt>
                <c:pt idx="77">
                  <c:v>1114.23</c:v>
                </c:pt>
                <c:pt idx="78">
                  <c:v>1106.8</c:v>
                </c:pt>
                <c:pt idx="79">
                  <c:v>1099.27</c:v>
                </c:pt>
                <c:pt idx="80">
                  <c:v>1091.6300000000001</c:v>
                </c:pt>
                <c:pt idx="81">
                  <c:v>1083.8499999999999</c:v>
                </c:pt>
                <c:pt idx="82">
                  <c:v>1075.98</c:v>
                </c:pt>
                <c:pt idx="83">
                  <c:v>1068.05</c:v>
                </c:pt>
                <c:pt idx="84">
                  <c:v>1060.05</c:v>
                </c:pt>
                <c:pt idx="85">
                  <c:v>1052</c:v>
                </c:pt>
                <c:pt idx="86">
                  <c:v>1043.79</c:v>
                </c:pt>
                <c:pt idx="87">
                  <c:v>1035.51</c:v>
                </c:pt>
                <c:pt idx="88">
                  <c:v>1027.1500000000001</c:v>
                </c:pt>
                <c:pt idx="89">
                  <c:v>1018.6700000000001</c:v>
                </c:pt>
                <c:pt idx="90">
                  <c:v>1010.15</c:v>
                </c:pt>
                <c:pt idx="91">
                  <c:v>1001.5500000000001</c:v>
                </c:pt>
                <c:pt idx="92">
                  <c:v>992.93299999999999</c:v>
                </c:pt>
                <c:pt idx="93">
                  <c:v>984.23199999999997</c:v>
                </c:pt>
                <c:pt idx="94">
                  <c:v>975.529</c:v>
                </c:pt>
                <c:pt idx="95">
                  <c:v>966.74599999999998</c:v>
                </c:pt>
                <c:pt idx="96">
                  <c:v>957.88099999999997</c:v>
                </c:pt>
                <c:pt idx="97">
                  <c:v>948.93799999999999</c:v>
                </c:pt>
                <c:pt idx="98">
                  <c:v>939.95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1-0E70-4B3A-AE39-A157C073ADB2}"/>
            </c:ext>
          </c:extLst>
        </c:ser>
        <c:ser>
          <c:idx val="2"/>
          <c:order val="2"/>
          <c:tx>
            <c:v>C2_L2_exp</c:v>
          </c:tx>
          <c:spPr>
            <a:ln w="19050" cap="rnd">
              <a:solidFill>
                <a:schemeClr val="accent3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3"/>
              </a:solidFill>
              <a:ln w="9525">
                <a:solidFill>
                  <a:schemeClr val="accent3"/>
                </a:solidFill>
              </a:ln>
              <a:effectLst/>
            </c:spPr>
          </c:marker>
          <c:xVal>
            <c:numRef>
              <c:f>'C2L2'!$A$3:$A$17</c:f>
              <c:numCache>
                <c:formatCode>General</c:formatCode>
                <c:ptCount val="15"/>
                <c:pt idx="0">
                  <c:v>0.184399047878677</c:v>
                </c:pt>
                <c:pt idx="1">
                  <c:v>0.49386138341667302</c:v>
                </c:pt>
                <c:pt idx="2">
                  <c:v>0.87722995928969905</c:v>
                </c:pt>
                <c:pt idx="3">
                  <c:v>1.2140921285042801</c:v>
                </c:pt>
                <c:pt idx="4">
                  <c:v>2.2480922063967999</c:v>
                </c:pt>
                <c:pt idx="5">
                  <c:v>3.6005351673199502</c:v>
                </c:pt>
                <c:pt idx="6">
                  <c:v>5.4819598670329004</c:v>
                </c:pt>
                <c:pt idx="7">
                  <c:v>8.0138786114057492</c:v>
                </c:pt>
                <c:pt idx="8">
                  <c:v>10.4197489570422</c:v>
                </c:pt>
                <c:pt idx="9">
                  <c:v>13.2705229565245</c:v>
                </c:pt>
                <c:pt idx="10">
                  <c:v>16.687987830441699</c:v>
                </c:pt>
                <c:pt idx="11">
                  <c:v>18.315666244367002</c:v>
                </c:pt>
                <c:pt idx="12">
                  <c:v>20.0259107122811</c:v>
                </c:pt>
                <c:pt idx="13">
                  <c:v>24.011990863667499</c:v>
                </c:pt>
                <c:pt idx="14">
                  <c:v>25.963335540287598</c:v>
                </c:pt>
              </c:numCache>
            </c:numRef>
          </c:xVal>
          <c:yVal>
            <c:numRef>
              <c:f>'C2L2'!$B$3:$B$17</c:f>
              <c:numCache>
                <c:formatCode>General</c:formatCode>
                <c:ptCount val="15"/>
                <c:pt idx="0">
                  <c:v>14.1732283464567</c:v>
                </c:pt>
                <c:pt idx="1">
                  <c:v>292.91338582677099</c:v>
                </c:pt>
                <c:pt idx="2">
                  <c:v>485.03937007873998</c:v>
                </c:pt>
                <c:pt idx="3">
                  <c:v>611.02362204724398</c:v>
                </c:pt>
                <c:pt idx="4">
                  <c:v>790.55118110236197</c:v>
                </c:pt>
                <c:pt idx="5">
                  <c:v>885.03937007874003</c:v>
                </c:pt>
                <c:pt idx="6">
                  <c:v>973.22834645669298</c:v>
                </c:pt>
                <c:pt idx="7">
                  <c:v>1047.2440944881801</c:v>
                </c:pt>
                <c:pt idx="8">
                  <c:v>1077.1653543307</c:v>
                </c:pt>
                <c:pt idx="9">
                  <c:v>1070.8661417322801</c:v>
                </c:pt>
                <c:pt idx="10">
                  <c:v>1023.62204724409</c:v>
                </c:pt>
                <c:pt idx="11">
                  <c:v>1004.72440944881</c:v>
                </c:pt>
                <c:pt idx="12">
                  <c:v>998.42519685039395</c:v>
                </c:pt>
                <c:pt idx="13">
                  <c:v>932.28346456692998</c:v>
                </c:pt>
                <c:pt idx="14">
                  <c:v>888.18897637795305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2-0E70-4B3A-AE39-A157C073ADB2}"/>
            </c:ext>
          </c:extLst>
        </c:ser>
        <c:ser>
          <c:idx val="3"/>
          <c:order val="3"/>
          <c:tx>
            <c:v>C2L2_b/200</c:v>
          </c:tx>
          <c:spPr>
            <a:ln w="19050" cap="rnd">
              <a:solidFill>
                <a:schemeClr val="accent4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4"/>
              </a:solidFill>
              <a:ln w="9525">
                <a:solidFill>
                  <a:schemeClr val="accent4"/>
                </a:solidFill>
              </a:ln>
              <a:effectLst/>
            </c:spPr>
          </c:marker>
          <c:xVal>
            <c:numRef>
              <c:f>'C2L2'!$U$3:$U$128</c:f>
              <c:numCache>
                <c:formatCode>General</c:formatCode>
                <c:ptCount val="126"/>
                <c:pt idx="0">
                  <c:v>-4.3779999999999999E-2</c:v>
                </c:pt>
                <c:pt idx="1">
                  <c:v>-4.3096500000000003E-2</c:v>
                </c:pt>
                <c:pt idx="2">
                  <c:v>-4.2403999999999997E-2</c:v>
                </c:pt>
                <c:pt idx="3">
                  <c:v>-4.1362900000000001E-2</c:v>
                </c:pt>
                <c:pt idx="4">
                  <c:v>-3.9796100000000001E-2</c:v>
                </c:pt>
                <c:pt idx="5">
                  <c:v>-3.7434000000000002E-2</c:v>
                </c:pt>
                <c:pt idx="6">
                  <c:v>-3.3864199999999997E-2</c:v>
                </c:pt>
                <c:pt idx="7">
                  <c:v>-2.84488E-2</c:v>
                </c:pt>
                <c:pt idx="8">
                  <c:v>-2.0186300000000001E-2</c:v>
                </c:pt>
                <c:pt idx="9">
                  <c:v>-7.4711999999999999E-3</c:v>
                </c:pt>
                <c:pt idx="10">
                  <c:v>1.23537E-2</c:v>
                </c:pt>
                <c:pt idx="11">
                  <c:v>4.3884800000000002E-2</c:v>
                </c:pt>
                <c:pt idx="12">
                  <c:v>9.5582E-2</c:v>
                </c:pt>
                <c:pt idx="13">
                  <c:v>0.18435399999999999</c:v>
                </c:pt>
                <c:pt idx="14">
                  <c:v>0.30650100000000002</c:v>
                </c:pt>
                <c:pt idx="15">
                  <c:v>0.45269199999999998</c:v>
                </c:pt>
                <c:pt idx="16">
                  <c:v>0.62497800000000003</c:v>
                </c:pt>
                <c:pt idx="17">
                  <c:v>0.823125</c:v>
                </c:pt>
                <c:pt idx="18">
                  <c:v>1.04437</c:v>
                </c:pt>
                <c:pt idx="19">
                  <c:v>1.28434</c:v>
                </c:pt>
                <c:pt idx="20">
                  <c:v>1.53843</c:v>
                </c:pt>
                <c:pt idx="21">
                  <c:v>1.80271</c:v>
                </c:pt>
                <c:pt idx="22">
                  <c:v>2.0742400000000001</c:v>
                </c:pt>
                <c:pt idx="23">
                  <c:v>2.3509199999999999</c:v>
                </c:pt>
                <c:pt idx="24">
                  <c:v>2.6313200000000001</c:v>
                </c:pt>
                <c:pt idx="25">
                  <c:v>2.9144299999999999</c:v>
                </c:pt>
                <c:pt idx="26">
                  <c:v>3.1995499999999999</c:v>
                </c:pt>
                <c:pt idx="27">
                  <c:v>3.4862000000000002</c:v>
                </c:pt>
                <c:pt idx="28">
                  <c:v>3.7740300000000002</c:v>
                </c:pt>
                <c:pt idx="29">
                  <c:v>4.0627700000000004</c:v>
                </c:pt>
                <c:pt idx="30">
                  <c:v>4.3522499999999997</c:v>
                </c:pt>
                <c:pt idx="31">
                  <c:v>4.6423100000000002</c:v>
                </c:pt>
                <c:pt idx="32">
                  <c:v>4.9328500000000002</c:v>
                </c:pt>
                <c:pt idx="33">
                  <c:v>5.22377</c:v>
                </c:pt>
                <c:pt idx="34">
                  <c:v>5.5150199999999998</c:v>
                </c:pt>
                <c:pt idx="35">
                  <c:v>5.8065699999999998</c:v>
                </c:pt>
                <c:pt idx="36">
                  <c:v>6.0983700000000001</c:v>
                </c:pt>
                <c:pt idx="37">
                  <c:v>6.3903999999999996</c:v>
                </c:pt>
                <c:pt idx="38">
                  <c:v>6.6826100000000004</c:v>
                </c:pt>
                <c:pt idx="39">
                  <c:v>6.9749800000000004</c:v>
                </c:pt>
                <c:pt idx="40">
                  <c:v>7.2674700000000003</c:v>
                </c:pt>
                <c:pt idx="41">
                  <c:v>7.56006</c:v>
                </c:pt>
                <c:pt idx="42">
                  <c:v>7.8527399999999998</c:v>
                </c:pt>
                <c:pt idx="43">
                  <c:v>8.1456099999999996</c:v>
                </c:pt>
                <c:pt idx="44">
                  <c:v>8.4386500000000009</c:v>
                </c:pt>
                <c:pt idx="45">
                  <c:v>8.7318700000000007</c:v>
                </c:pt>
                <c:pt idx="46">
                  <c:v>9.0252999999999997</c:v>
                </c:pt>
                <c:pt idx="47">
                  <c:v>9.3188800000000001</c:v>
                </c:pt>
                <c:pt idx="48">
                  <c:v>9.6125799999999995</c:v>
                </c:pt>
                <c:pt idx="49">
                  <c:v>9.9064300000000003</c:v>
                </c:pt>
                <c:pt idx="50">
                  <c:v>10.2004</c:v>
                </c:pt>
                <c:pt idx="51">
                  <c:v>10.494400000000001</c:v>
                </c:pt>
                <c:pt idx="52">
                  <c:v>10.788500000000001</c:v>
                </c:pt>
                <c:pt idx="53">
                  <c:v>11.082599999999999</c:v>
                </c:pt>
                <c:pt idx="54">
                  <c:v>11.376899999999999</c:v>
                </c:pt>
                <c:pt idx="55">
                  <c:v>11.671200000000001</c:v>
                </c:pt>
                <c:pt idx="56">
                  <c:v>11.9656</c:v>
                </c:pt>
                <c:pt idx="57">
                  <c:v>12.2601</c:v>
                </c:pt>
                <c:pt idx="58">
                  <c:v>12.5547</c:v>
                </c:pt>
                <c:pt idx="59">
                  <c:v>12.849600000000001</c:v>
                </c:pt>
                <c:pt idx="60">
                  <c:v>13.144500000000001</c:v>
                </c:pt>
                <c:pt idx="61">
                  <c:v>13.4396</c:v>
                </c:pt>
                <c:pt idx="62">
                  <c:v>13.7348</c:v>
                </c:pt>
                <c:pt idx="63">
                  <c:v>14.030099999999999</c:v>
                </c:pt>
                <c:pt idx="64">
                  <c:v>14.3255</c:v>
                </c:pt>
                <c:pt idx="65">
                  <c:v>14.6211</c:v>
                </c:pt>
                <c:pt idx="66">
                  <c:v>14.9168</c:v>
                </c:pt>
                <c:pt idx="67">
                  <c:v>15.2125</c:v>
                </c:pt>
                <c:pt idx="68">
                  <c:v>15.5084</c:v>
                </c:pt>
                <c:pt idx="69">
                  <c:v>15.804399999999999</c:v>
                </c:pt>
                <c:pt idx="70">
                  <c:v>16.1005</c:v>
                </c:pt>
                <c:pt idx="71">
                  <c:v>16.396699999999999</c:v>
                </c:pt>
                <c:pt idx="72">
                  <c:v>16.693000000000001</c:v>
                </c:pt>
                <c:pt idx="73">
                  <c:v>16.9894</c:v>
                </c:pt>
                <c:pt idx="74">
                  <c:v>17.286000000000001</c:v>
                </c:pt>
                <c:pt idx="75">
                  <c:v>17.582699999999999</c:v>
                </c:pt>
                <c:pt idx="76">
                  <c:v>17.8796</c:v>
                </c:pt>
                <c:pt idx="77">
                  <c:v>18.176600000000001</c:v>
                </c:pt>
                <c:pt idx="78">
                  <c:v>18.473700000000001</c:v>
                </c:pt>
                <c:pt idx="79">
                  <c:v>18.771000000000001</c:v>
                </c:pt>
                <c:pt idx="80">
                  <c:v>19.0685</c:v>
                </c:pt>
                <c:pt idx="81">
                  <c:v>19.366</c:v>
                </c:pt>
                <c:pt idx="82">
                  <c:v>19.663599999999999</c:v>
                </c:pt>
                <c:pt idx="83">
                  <c:v>19.961400000000001</c:v>
                </c:pt>
                <c:pt idx="84">
                  <c:v>20.2593</c:v>
                </c:pt>
                <c:pt idx="85">
                  <c:v>20.557400000000001</c:v>
                </c:pt>
                <c:pt idx="86">
                  <c:v>20.855599999999999</c:v>
                </c:pt>
                <c:pt idx="87">
                  <c:v>21.1541</c:v>
                </c:pt>
                <c:pt idx="88">
                  <c:v>21.4526</c:v>
                </c:pt>
                <c:pt idx="89">
                  <c:v>21.751200000000001</c:v>
                </c:pt>
                <c:pt idx="90">
                  <c:v>22.049800000000001</c:v>
                </c:pt>
                <c:pt idx="91">
                  <c:v>22.348600000000001</c:v>
                </c:pt>
                <c:pt idx="92">
                  <c:v>22.647600000000001</c:v>
                </c:pt>
                <c:pt idx="93">
                  <c:v>22.9467</c:v>
                </c:pt>
                <c:pt idx="94">
                  <c:v>23.245899999999999</c:v>
                </c:pt>
                <c:pt idx="95">
                  <c:v>23.545300000000001</c:v>
                </c:pt>
                <c:pt idx="96">
                  <c:v>23.844899999999999</c:v>
                </c:pt>
                <c:pt idx="97">
                  <c:v>24.144500000000001</c:v>
                </c:pt>
                <c:pt idx="98">
                  <c:v>24.444299999999998</c:v>
                </c:pt>
                <c:pt idx="99">
                  <c:v>24.744299999999999</c:v>
                </c:pt>
                <c:pt idx="100">
                  <c:v>25.0444</c:v>
                </c:pt>
                <c:pt idx="101">
                  <c:v>25.3446</c:v>
                </c:pt>
                <c:pt idx="102">
                  <c:v>25.6449</c:v>
                </c:pt>
                <c:pt idx="103">
                  <c:v>25.945399999999999</c:v>
                </c:pt>
                <c:pt idx="104">
                  <c:v>26.245999999999999</c:v>
                </c:pt>
                <c:pt idx="105">
                  <c:v>26.546800000000001</c:v>
                </c:pt>
                <c:pt idx="106">
                  <c:v>26.8477</c:v>
                </c:pt>
                <c:pt idx="107">
                  <c:v>27.148700000000002</c:v>
                </c:pt>
                <c:pt idx="108">
                  <c:v>27.4498</c:v>
                </c:pt>
                <c:pt idx="109">
                  <c:v>27.750900000000001</c:v>
                </c:pt>
                <c:pt idx="110">
                  <c:v>28.052199999999999</c:v>
                </c:pt>
                <c:pt idx="111">
                  <c:v>28.3535</c:v>
                </c:pt>
                <c:pt idx="112">
                  <c:v>28.655000000000001</c:v>
                </c:pt>
                <c:pt idx="113">
                  <c:v>28.956600000000002</c:v>
                </c:pt>
                <c:pt idx="114">
                  <c:v>29.258199999999999</c:v>
                </c:pt>
                <c:pt idx="115">
                  <c:v>29.559899999999999</c:v>
                </c:pt>
                <c:pt idx="116">
                  <c:v>29.861799999999999</c:v>
                </c:pt>
                <c:pt idx="117">
                  <c:v>30.163699999999999</c:v>
                </c:pt>
                <c:pt idx="118">
                  <c:v>30.465800000000002</c:v>
                </c:pt>
                <c:pt idx="119">
                  <c:v>30.767900000000001</c:v>
                </c:pt>
                <c:pt idx="120">
                  <c:v>31.07</c:v>
                </c:pt>
                <c:pt idx="121">
                  <c:v>31.372299999999999</c:v>
                </c:pt>
                <c:pt idx="122">
                  <c:v>31.674600000000002</c:v>
                </c:pt>
                <c:pt idx="123">
                  <c:v>31.977</c:v>
                </c:pt>
                <c:pt idx="124">
                  <c:v>32.279400000000003</c:v>
                </c:pt>
                <c:pt idx="125">
                  <c:v>32.581899999999997</c:v>
                </c:pt>
              </c:numCache>
            </c:numRef>
          </c:xVal>
          <c:yVal>
            <c:numRef>
              <c:f>'C2L2'!$V$3:$V$128</c:f>
              <c:numCache>
                <c:formatCode>General</c:formatCode>
                <c:ptCount val="126"/>
                <c:pt idx="0">
                  <c:v>1.10912E-6</c:v>
                </c:pt>
                <c:pt idx="1">
                  <c:v>1.0358499999999999</c:v>
                </c:pt>
                <c:pt idx="2">
                  <c:v>2.0715599999999998</c:v>
                </c:pt>
                <c:pt idx="3">
                  <c:v>3.6248400000000003</c:v>
                </c:pt>
                <c:pt idx="4">
                  <c:v>5.9541499999999994</c:v>
                </c:pt>
                <c:pt idx="5">
                  <c:v>9.4467199999999991</c:v>
                </c:pt>
                <c:pt idx="6">
                  <c:v>14.682399999999999</c:v>
                </c:pt>
                <c:pt idx="7">
                  <c:v>22.528500000000001</c:v>
                </c:pt>
                <c:pt idx="8">
                  <c:v>34.280699999999996</c:v>
                </c:pt>
                <c:pt idx="9">
                  <c:v>51.869100000000003</c:v>
                </c:pt>
                <c:pt idx="10">
                  <c:v>78.155300000000011</c:v>
                </c:pt>
                <c:pt idx="11">
                  <c:v>117.35900000000001</c:v>
                </c:pt>
                <c:pt idx="12">
                  <c:v>175.53800000000001</c:v>
                </c:pt>
                <c:pt idx="13">
                  <c:v>261.06400000000002</c:v>
                </c:pt>
                <c:pt idx="14">
                  <c:v>356.40100000000001</c:v>
                </c:pt>
                <c:pt idx="15">
                  <c:v>446.447</c:v>
                </c:pt>
                <c:pt idx="16">
                  <c:v>529.45299999999997</c:v>
                </c:pt>
                <c:pt idx="17">
                  <c:v>603.84500000000003</c:v>
                </c:pt>
                <c:pt idx="18">
                  <c:v>668.73300000000006</c:v>
                </c:pt>
                <c:pt idx="19">
                  <c:v>724.16499999999996</c:v>
                </c:pt>
                <c:pt idx="20">
                  <c:v>770.99400000000003</c:v>
                </c:pt>
                <c:pt idx="21">
                  <c:v>810.43399999999997</c:v>
                </c:pt>
                <c:pt idx="22">
                  <c:v>843.71600000000001</c:v>
                </c:pt>
                <c:pt idx="23">
                  <c:v>871.97800000000007</c:v>
                </c:pt>
                <c:pt idx="24">
                  <c:v>896.15899999999999</c:v>
                </c:pt>
                <c:pt idx="25">
                  <c:v>917.01499999999999</c:v>
                </c:pt>
                <c:pt idx="26">
                  <c:v>935.14600000000007</c:v>
                </c:pt>
                <c:pt idx="27">
                  <c:v>951.02600000000007</c:v>
                </c:pt>
                <c:pt idx="28">
                  <c:v>965.03200000000004</c:v>
                </c:pt>
                <c:pt idx="29">
                  <c:v>977.46500000000003</c:v>
                </c:pt>
                <c:pt idx="30">
                  <c:v>988.56600000000003</c:v>
                </c:pt>
                <c:pt idx="31">
                  <c:v>998.53</c:v>
                </c:pt>
                <c:pt idx="32">
                  <c:v>1007.52</c:v>
                </c:pt>
                <c:pt idx="33">
                  <c:v>1015.66</c:v>
                </c:pt>
                <c:pt idx="34">
                  <c:v>1023.0600000000001</c:v>
                </c:pt>
                <c:pt idx="35">
                  <c:v>1029.75</c:v>
                </c:pt>
                <c:pt idx="36">
                  <c:v>1035.82</c:v>
                </c:pt>
                <c:pt idx="37">
                  <c:v>1041.28</c:v>
                </c:pt>
                <c:pt idx="38">
                  <c:v>1046.23</c:v>
                </c:pt>
                <c:pt idx="39">
                  <c:v>1050.7</c:v>
                </c:pt>
                <c:pt idx="40">
                  <c:v>1054.75</c:v>
                </c:pt>
                <c:pt idx="41">
                  <c:v>1058.42</c:v>
                </c:pt>
                <c:pt idx="42">
                  <c:v>1061.76</c:v>
                </c:pt>
                <c:pt idx="43">
                  <c:v>1064.69</c:v>
                </c:pt>
                <c:pt idx="44">
                  <c:v>1067.2</c:v>
                </c:pt>
                <c:pt idx="45">
                  <c:v>1069.3600000000001</c:v>
                </c:pt>
                <c:pt idx="46">
                  <c:v>1071.06</c:v>
                </c:pt>
                <c:pt idx="47">
                  <c:v>1072.46</c:v>
                </c:pt>
                <c:pt idx="48">
                  <c:v>1073.55</c:v>
                </c:pt>
                <c:pt idx="49">
                  <c:v>1074.28</c:v>
                </c:pt>
                <c:pt idx="50">
                  <c:v>1074.75</c:v>
                </c:pt>
                <c:pt idx="51">
                  <c:v>1074.99</c:v>
                </c:pt>
                <c:pt idx="52">
                  <c:v>1075.03</c:v>
                </c:pt>
                <c:pt idx="53">
                  <c:v>1074.8399999999999</c:v>
                </c:pt>
                <c:pt idx="54">
                  <c:v>1074.44</c:v>
                </c:pt>
                <c:pt idx="55">
                  <c:v>1073.8900000000001</c:v>
                </c:pt>
                <c:pt idx="56">
                  <c:v>1073.17</c:v>
                </c:pt>
                <c:pt idx="57">
                  <c:v>1072.3</c:v>
                </c:pt>
                <c:pt idx="58">
                  <c:v>1071.25</c:v>
                </c:pt>
                <c:pt idx="59">
                  <c:v>1070.03</c:v>
                </c:pt>
                <c:pt idx="60">
                  <c:v>1068.67</c:v>
                </c:pt>
                <c:pt idx="61">
                  <c:v>1067.18</c:v>
                </c:pt>
                <c:pt idx="62">
                  <c:v>1065.58</c:v>
                </c:pt>
                <c:pt idx="63">
                  <c:v>1063.8700000000001</c:v>
                </c:pt>
                <c:pt idx="64">
                  <c:v>1062.05</c:v>
                </c:pt>
                <c:pt idx="65">
                  <c:v>1060.1200000000001</c:v>
                </c:pt>
                <c:pt idx="66">
                  <c:v>1058.07</c:v>
                </c:pt>
                <c:pt idx="67">
                  <c:v>1055.94</c:v>
                </c:pt>
                <c:pt idx="68">
                  <c:v>1053.75</c:v>
                </c:pt>
                <c:pt idx="69">
                  <c:v>1051.49</c:v>
                </c:pt>
                <c:pt idx="70">
                  <c:v>1049.1500000000001</c:v>
                </c:pt>
                <c:pt idx="71">
                  <c:v>1046.75</c:v>
                </c:pt>
                <c:pt idx="72">
                  <c:v>1044.29</c:v>
                </c:pt>
                <c:pt idx="73">
                  <c:v>1041.78</c:v>
                </c:pt>
                <c:pt idx="74">
                  <c:v>1039.2</c:v>
                </c:pt>
                <c:pt idx="75">
                  <c:v>1036.55</c:v>
                </c:pt>
                <c:pt idx="76">
                  <c:v>1033.8600000000001</c:v>
                </c:pt>
                <c:pt idx="77">
                  <c:v>1031.1200000000001</c:v>
                </c:pt>
                <c:pt idx="78">
                  <c:v>1028.3499999999999</c:v>
                </c:pt>
                <c:pt idx="79">
                  <c:v>1025.54</c:v>
                </c:pt>
                <c:pt idx="80">
                  <c:v>1022.69</c:v>
                </c:pt>
                <c:pt idx="81">
                  <c:v>1019.82</c:v>
                </c:pt>
                <c:pt idx="82">
                  <c:v>1016.9200000000001</c:v>
                </c:pt>
                <c:pt idx="83">
                  <c:v>1014</c:v>
                </c:pt>
                <c:pt idx="84">
                  <c:v>1011.0400000000001</c:v>
                </c:pt>
                <c:pt idx="85">
                  <c:v>1008.03</c:v>
                </c:pt>
                <c:pt idx="86">
                  <c:v>1005</c:v>
                </c:pt>
                <c:pt idx="87">
                  <c:v>1001.95</c:v>
                </c:pt>
                <c:pt idx="88">
                  <c:v>998.88700000000006</c:v>
                </c:pt>
                <c:pt idx="89">
                  <c:v>995.82400000000007</c:v>
                </c:pt>
                <c:pt idx="90">
                  <c:v>992.75800000000004</c:v>
                </c:pt>
                <c:pt idx="91">
                  <c:v>989.68799999999999</c:v>
                </c:pt>
                <c:pt idx="92">
                  <c:v>986.60699999999997</c:v>
                </c:pt>
                <c:pt idx="93">
                  <c:v>983.51600000000008</c:v>
                </c:pt>
                <c:pt idx="94">
                  <c:v>980.42399999999998</c:v>
                </c:pt>
                <c:pt idx="95">
                  <c:v>977.322</c:v>
                </c:pt>
                <c:pt idx="96">
                  <c:v>974.21299999999997</c:v>
                </c:pt>
                <c:pt idx="97">
                  <c:v>971.101</c:v>
                </c:pt>
                <c:pt idx="98">
                  <c:v>967.97900000000004</c:v>
                </c:pt>
                <c:pt idx="99">
                  <c:v>964.85500000000002</c:v>
                </c:pt>
                <c:pt idx="100">
                  <c:v>961.72900000000004</c:v>
                </c:pt>
                <c:pt idx="101">
                  <c:v>958.61</c:v>
                </c:pt>
                <c:pt idx="102">
                  <c:v>955.48699999999997</c:v>
                </c:pt>
                <c:pt idx="103">
                  <c:v>952.36700000000008</c:v>
                </c:pt>
                <c:pt idx="104">
                  <c:v>949.25200000000007</c:v>
                </c:pt>
                <c:pt idx="105">
                  <c:v>946.14200000000005</c:v>
                </c:pt>
                <c:pt idx="106">
                  <c:v>943.03700000000003</c:v>
                </c:pt>
                <c:pt idx="107">
                  <c:v>939.947</c:v>
                </c:pt>
                <c:pt idx="108">
                  <c:v>936.875</c:v>
                </c:pt>
                <c:pt idx="109">
                  <c:v>933.82100000000003</c:v>
                </c:pt>
                <c:pt idx="110">
                  <c:v>930.77800000000002</c:v>
                </c:pt>
                <c:pt idx="111">
                  <c:v>927.74599999999998</c:v>
                </c:pt>
                <c:pt idx="112">
                  <c:v>924.72900000000004</c:v>
                </c:pt>
                <c:pt idx="113">
                  <c:v>921.73</c:v>
                </c:pt>
                <c:pt idx="114">
                  <c:v>918.74599999999998</c:v>
                </c:pt>
                <c:pt idx="115">
                  <c:v>915.78</c:v>
                </c:pt>
                <c:pt idx="116">
                  <c:v>912.83</c:v>
                </c:pt>
                <c:pt idx="117">
                  <c:v>909.89200000000005</c:v>
                </c:pt>
                <c:pt idx="118">
                  <c:v>906.96699999999998</c:v>
                </c:pt>
                <c:pt idx="119">
                  <c:v>904.06299999999999</c:v>
                </c:pt>
                <c:pt idx="120">
                  <c:v>901.17600000000004</c:v>
                </c:pt>
                <c:pt idx="121">
                  <c:v>898.30600000000004</c:v>
                </c:pt>
                <c:pt idx="122">
                  <c:v>895.45699999999999</c:v>
                </c:pt>
                <c:pt idx="123">
                  <c:v>892.62700000000007</c:v>
                </c:pt>
                <c:pt idx="124">
                  <c:v>889.81700000000001</c:v>
                </c:pt>
                <c:pt idx="125">
                  <c:v>887.02600000000007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3-0E70-4B3A-AE39-A157C073ADB2}"/>
            </c:ext>
          </c:extLst>
        </c:ser>
        <c:ser>
          <c:idx val="4"/>
          <c:order val="4"/>
          <c:tx>
            <c:v>C2_L3_exp</c:v>
          </c:tx>
          <c:spPr>
            <a:ln w="19050" cap="rnd">
              <a:solidFill>
                <a:schemeClr val="accent5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5"/>
              </a:solidFill>
              <a:ln w="9525">
                <a:solidFill>
                  <a:schemeClr val="accent5"/>
                </a:solidFill>
              </a:ln>
              <a:effectLst/>
            </c:spPr>
          </c:marker>
          <c:xVal>
            <c:numRef>
              <c:f>'C2L3'!$A$3:$A$16</c:f>
              <c:numCache>
                <c:formatCode>General</c:formatCode>
                <c:ptCount val="14"/>
                <c:pt idx="0">
                  <c:v>1.7409104153198698E-2</c:v>
                </c:pt>
                <c:pt idx="1">
                  <c:v>0.22631835399465999</c:v>
                </c:pt>
                <c:pt idx="2">
                  <c:v>0.79212648167123201</c:v>
                </c:pt>
                <c:pt idx="3">
                  <c:v>1.5011251031444399</c:v>
                </c:pt>
                <c:pt idx="4">
                  <c:v>2.5671205439669702</c:v>
                </c:pt>
                <c:pt idx="5">
                  <c:v>4.2047026618053502</c:v>
                </c:pt>
                <c:pt idx="6">
                  <c:v>6.2706809628629196</c:v>
                </c:pt>
                <c:pt idx="7">
                  <c:v>9.3353688844706095</c:v>
                </c:pt>
                <c:pt idx="8">
                  <c:v>14.7531996268429</c:v>
                </c:pt>
                <c:pt idx="9">
                  <c:v>20.029015173589301</c:v>
                </c:pt>
                <c:pt idx="10">
                  <c:v>25.7332269035549</c:v>
                </c:pt>
                <c:pt idx="11">
                  <c:v>31.223632307967801</c:v>
                </c:pt>
                <c:pt idx="12">
                  <c:v>35.502256327634598</c:v>
                </c:pt>
                <c:pt idx="13">
                  <c:v>41.848474683343603</c:v>
                </c:pt>
              </c:numCache>
            </c:numRef>
          </c:xVal>
          <c:yVal>
            <c:numRef>
              <c:f>'C2L3'!$B$3:$B$16</c:f>
              <c:numCache>
                <c:formatCode>General</c:formatCode>
                <c:ptCount val="14"/>
                <c:pt idx="0">
                  <c:v>9.8867061534204392</c:v>
                </c:pt>
                <c:pt idx="1">
                  <c:v>149.982248100546</c:v>
                </c:pt>
                <c:pt idx="2">
                  <c:v>279.06426677309599</c:v>
                </c:pt>
                <c:pt idx="3">
                  <c:v>391.65293445019302</c:v>
                </c:pt>
                <c:pt idx="4">
                  <c:v>490.480819378707</c:v>
                </c:pt>
                <c:pt idx="5">
                  <c:v>556.30241401347098</c:v>
                </c:pt>
                <c:pt idx="6">
                  <c:v>605.611069349937</c:v>
                </c:pt>
                <c:pt idx="7">
                  <c:v>641.11486825641998</c:v>
                </c:pt>
                <c:pt idx="8">
                  <c:v>670.96254471642203</c:v>
                </c:pt>
                <c:pt idx="9">
                  <c:v>684.33645848381605</c:v>
                </c:pt>
                <c:pt idx="10">
                  <c:v>681.19743295291096</c:v>
                </c:pt>
                <c:pt idx="11">
                  <c:v>675.32583917513603</c:v>
                </c:pt>
                <c:pt idx="12">
                  <c:v>659.92208752543297</c:v>
                </c:pt>
                <c:pt idx="13">
                  <c:v>648.49720989111302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4-0E70-4B3A-AE39-A157C073ADB2}"/>
            </c:ext>
          </c:extLst>
        </c:ser>
        <c:ser>
          <c:idx val="5"/>
          <c:order val="5"/>
          <c:tx>
            <c:v>C2L3_b/200</c:v>
          </c:tx>
          <c:spPr>
            <a:ln w="19050" cap="rnd">
              <a:solidFill>
                <a:schemeClr val="accent6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6"/>
              </a:solidFill>
              <a:ln w="9525">
                <a:solidFill>
                  <a:schemeClr val="accent6"/>
                </a:solidFill>
              </a:ln>
              <a:effectLst/>
            </c:spPr>
          </c:marker>
          <c:xVal>
            <c:numRef>
              <c:f>'C2L3'!$Z$3:$Z$153</c:f>
              <c:numCache>
                <c:formatCode>General</c:formatCode>
                <c:ptCount val="151"/>
                <c:pt idx="0">
                  <c:v>-5.2225899999999999E-2</c:v>
                </c:pt>
                <c:pt idx="1">
                  <c:v>-5.1218300000000001E-2</c:v>
                </c:pt>
                <c:pt idx="2">
                  <c:v>-5.02091E-2</c:v>
                </c:pt>
                <c:pt idx="3">
                  <c:v>-4.8692300000000001E-2</c:v>
                </c:pt>
                <c:pt idx="4">
                  <c:v>-4.6410199999999999E-2</c:v>
                </c:pt>
                <c:pt idx="5">
                  <c:v>-4.29714E-2</c:v>
                </c:pt>
                <c:pt idx="6">
                  <c:v>-3.7778199999999998E-2</c:v>
                </c:pt>
                <c:pt idx="7">
                  <c:v>-2.9908799999999999E-2</c:v>
                </c:pt>
                <c:pt idx="8">
                  <c:v>-1.79233E-2</c:v>
                </c:pt>
                <c:pt idx="9">
                  <c:v>4.7010999999999998E-4</c:v>
                </c:pt>
                <c:pt idx="10">
                  <c:v>2.9017899999999999E-2</c:v>
                </c:pt>
                <c:pt idx="11">
                  <c:v>7.4072100000000002E-2</c:v>
                </c:pt>
                <c:pt idx="12">
                  <c:v>0.146921</c:v>
                </c:pt>
                <c:pt idx="13">
                  <c:v>0.26872499999999999</c:v>
                </c:pt>
                <c:pt idx="14">
                  <c:v>0.42889500000000003</c:v>
                </c:pt>
                <c:pt idx="15">
                  <c:v>0.60927399999999998</c:v>
                </c:pt>
                <c:pt idx="16">
                  <c:v>0.80785700000000005</c:v>
                </c:pt>
                <c:pt idx="17">
                  <c:v>1.02162</c:v>
                </c:pt>
                <c:pt idx="18">
                  <c:v>1.2472700000000001</c:v>
                </c:pt>
                <c:pt idx="19">
                  <c:v>1.4818800000000001</c:v>
                </c:pt>
                <c:pt idx="20">
                  <c:v>1.72306</c:v>
                </c:pt>
                <c:pt idx="21">
                  <c:v>1.9690700000000001</c:v>
                </c:pt>
                <c:pt idx="22">
                  <c:v>2.2185999999999999</c:v>
                </c:pt>
                <c:pt idx="23">
                  <c:v>2.4707499999999998</c:v>
                </c:pt>
                <c:pt idx="24">
                  <c:v>2.72485</c:v>
                </c:pt>
                <c:pt idx="25">
                  <c:v>2.9804400000000002</c:v>
                </c:pt>
                <c:pt idx="26">
                  <c:v>3.2371799999999999</c:v>
                </c:pt>
                <c:pt idx="27">
                  <c:v>3.4948100000000002</c:v>
                </c:pt>
                <c:pt idx="28">
                  <c:v>3.7531500000000002</c:v>
                </c:pt>
                <c:pt idx="29">
                  <c:v>4.01206</c:v>
                </c:pt>
                <c:pt idx="30">
                  <c:v>4.2714400000000001</c:v>
                </c:pt>
                <c:pt idx="31">
                  <c:v>4.53118</c:v>
                </c:pt>
                <c:pt idx="32">
                  <c:v>4.7912499999999998</c:v>
                </c:pt>
                <c:pt idx="33">
                  <c:v>5.0515699999999999</c:v>
                </c:pt>
                <c:pt idx="34">
                  <c:v>5.3121099999999997</c:v>
                </c:pt>
                <c:pt idx="35">
                  <c:v>5.5728400000000002</c:v>
                </c:pt>
                <c:pt idx="36">
                  <c:v>5.8337300000000001</c:v>
                </c:pt>
                <c:pt idx="37">
                  <c:v>6.09476</c:v>
                </c:pt>
                <c:pt idx="38">
                  <c:v>6.3559000000000001</c:v>
                </c:pt>
                <c:pt idx="39">
                  <c:v>6.6171499999999996</c:v>
                </c:pt>
                <c:pt idx="40">
                  <c:v>6.8784900000000002</c:v>
                </c:pt>
                <c:pt idx="41">
                  <c:v>7.1399100000000004</c:v>
                </c:pt>
                <c:pt idx="42">
                  <c:v>7.4013999999999998</c:v>
                </c:pt>
                <c:pt idx="43">
                  <c:v>7.6629500000000004</c:v>
                </c:pt>
                <c:pt idx="44">
                  <c:v>7.92455</c:v>
                </c:pt>
                <c:pt idx="45">
                  <c:v>8.1861999999999995</c:v>
                </c:pt>
                <c:pt idx="46">
                  <c:v>8.4479000000000006</c:v>
                </c:pt>
                <c:pt idx="47">
                  <c:v>8.7096300000000006</c:v>
                </c:pt>
                <c:pt idx="48">
                  <c:v>8.9713999999999992</c:v>
                </c:pt>
                <c:pt idx="49">
                  <c:v>9.2332000000000001</c:v>
                </c:pt>
                <c:pt idx="50">
                  <c:v>9.4950200000000002</c:v>
                </c:pt>
                <c:pt idx="51">
                  <c:v>9.7568699999999993</c:v>
                </c:pt>
                <c:pt idx="52">
                  <c:v>10.018700000000001</c:v>
                </c:pt>
                <c:pt idx="53">
                  <c:v>10.2806</c:v>
                </c:pt>
                <c:pt idx="54">
                  <c:v>10.5426</c:v>
                </c:pt>
                <c:pt idx="55">
                  <c:v>10.804500000000001</c:v>
                </c:pt>
                <c:pt idx="56">
                  <c:v>11.0664</c:v>
                </c:pt>
                <c:pt idx="57">
                  <c:v>11.3284</c:v>
                </c:pt>
                <c:pt idx="58">
                  <c:v>11.590299999999999</c:v>
                </c:pt>
                <c:pt idx="59">
                  <c:v>11.8523</c:v>
                </c:pt>
                <c:pt idx="60">
                  <c:v>12.1143</c:v>
                </c:pt>
                <c:pt idx="61">
                  <c:v>12.376300000000001</c:v>
                </c:pt>
                <c:pt idx="62">
                  <c:v>12.638299999999999</c:v>
                </c:pt>
                <c:pt idx="63">
                  <c:v>12.9003</c:v>
                </c:pt>
                <c:pt idx="64">
                  <c:v>13.1623</c:v>
                </c:pt>
                <c:pt idx="65">
                  <c:v>13.424300000000001</c:v>
                </c:pt>
                <c:pt idx="66">
                  <c:v>13.686299999999999</c:v>
                </c:pt>
                <c:pt idx="67">
                  <c:v>13.948399999999999</c:v>
                </c:pt>
                <c:pt idx="68">
                  <c:v>14.2104</c:v>
                </c:pt>
                <c:pt idx="69">
                  <c:v>14.4724</c:v>
                </c:pt>
                <c:pt idx="70">
                  <c:v>14.734400000000001</c:v>
                </c:pt>
                <c:pt idx="71">
                  <c:v>14.9964</c:v>
                </c:pt>
                <c:pt idx="72">
                  <c:v>15.2585</c:v>
                </c:pt>
                <c:pt idx="73">
                  <c:v>15.5205</c:v>
                </c:pt>
                <c:pt idx="74">
                  <c:v>15.782500000000001</c:v>
                </c:pt>
                <c:pt idx="75">
                  <c:v>16.044499999999999</c:v>
                </c:pt>
                <c:pt idx="76">
                  <c:v>16.3066</c:v>
                </c:pt>
                <c:pt idx="77">
                  <c:v>16.5686</c:v>
                </c:pt>
                <c:pt idx="78">
                  <c:v>16.8306</c:v>
                </c:pt>
                <c:pt idx="79">
                  <c:v>17.092600000000001</c:v>
                </c:pt>
                <c:pt idx="80">
                  <c:v>17.354600000000001</c:v>
                </c:pt>
                <c:pt idx="81">
                  <c:v>17.616599999999998</c:v>
                </c:pt>
                <c:pt idx="82">
                  <c:v>17.878699999999998</c:v>
                </c:pt>
                <c:pt idx="83">
                  <c:v>18.140699999999999</c:v>
                </c:pt>
                <c:pt idx="84">
                  <c:v>18.402699999999999</c:v>
                </c:pt>
                <c:pt idx="85">
                  <c:v>18.6647</c:v>
                </c:pt>
                <c:pt idx="86">
                  <c:v>18.9267</c:v>
                </c:pt>
                <c:pt idx="87">
                  <c:v>19.188700000000001</c:v>
                </c:pt>
                <c:pt idx="88">
                  <c:v>19.450700000000001</c:v>
                </c:pt>
                <c:pt idx="89">
                  <c:v>19.712700000000002</c:v>
                </c:pt>
                <c:pt idx="90">
                  <c:v>19.974699999999999</c:v>
                </c:pt>
                <c:pt idx="91">
                  <c:v>20.236699999999999</c:v>
                </c:pt>
                <c:pt idx="92">
                  <c:v>20.498699999999999</c:v>
                </c:pt>
                <c:pt idx="93">
                  <c:v>20.7608</c:v>
                </c:pt>
                <c:pt idx="94">
                  <c:v>21.0228</c:v>
                </c:pt>
                <c:pt idx="95">
                  <c:v>21.284800000000001</c:v>
                </c:pt>
                <c:pt idx="96">
                  <c:v>21.546800000000001</c:v>
                </c:pt>
                <c:pt idx="97">
                  <c:v>21.808900000000001</c:v>
                </c:pt>
                <c:pt idx="98">
                  <c:v>22.070900000000002</c:v>
                </c:pt>
                <c:pt idx="99">
                  <c:v>22.332899999999999</c:v>
                </c:pt>
                <c:pt idx="100">
                  <c:v>22.594999999999999</c:v>
                </c:pt>
                <c:pt idx="101">
                  <c:v>22.857199999999999</c:v>
                </c:pt>
                <c:pt idx="102">
                  <c:v>23.119399999999999</c:v>
                </c:pt>
                <c:pt idx="103">
                  <c:v>23.381599999999999</c:v>
                </c:pt>
                <c:pt idx="104">
                  <c:v>23.643799999999999</c:v>
                </c:pt>
                <c:pt idx="105">
                  <c:v>23.906099999999999</c:v>
                </c:pt>
                <c:pt idx="106">
                  <c:v>24.168399999999998</c:v>
                </c:pt>
                <c:pt idx="107">
                  <c:v>24.430700000000002</c:v>
                </c:pt>
                <c:pt idx="108">
                  <c:v>24.693200000000001</c:v>
                </c:pt>
                <c:pt idx="109">
                  <c:v>24.9557</c:v>
                </c:pt>
                <c:pt idx="110">
                  <c:v>25.2182</c:v>
                </c:pt>
                <c:pt idx="111">
                  <c:v>25.480699999999999</c:v>
                </c:pt>
                <c:pt idx="112">
                  <c:v>25.743300000000001</c:v>
                </c:pt>
                <c:pt idx="113">
                  <c:v>26.0059</c:v>
                </c:pt>
                <c:pt idx="114">
                  <c:v>26.2685</c:v>
                </c:pt>
                <c:pt idx="115">
                  <c:v>26.531199999999998</c:v>
                </c:pt>
                <c:pt idx="116">
                  <c:v>26.793800000000001</c:v>
                </c:pt>
                <c:pt idx="117">
                  <c:v>27.0566</c:v>
                </c:pt>
                <c:pt idx="118">
                  <c:v>27.319400000000002</c:v>
                </c:pt>
                <c:pt idx="119">
                  <c:v>27.5823</c:v>
                </c:pt>
                <c:pt idx="120">
                  <c:v>27.845199999999998</c:v>
                </c:pt>
                <c:pt idx="121">
                  <c:v>28.1082</c:v>
                </c:pt>
                <c:pt idx="122">
                  <c:v>28.371200000000002</c:v>
                </c:pt>
                <c:pt idx="123">
                  <c:v>28.6343</c:v>
                </c:pt>
                <c:pt idx="124">
                  <c:v>28.897400000000001</c:v>
                </c:pt>
                <c:pt idx="125">
                  <c:v>29.160499999999999</c:v>
                </c:pt>
                <c:pt idx="126">
                  <c:v>29.4237</c:v>
                </c:pt>
                <c:pt idx="127">
                  <c:v>29.686900000000001</c:v>
                </c:pt>
                <c:pt idx="128">
                  <c:v>29.950199999999999</c:v>
                </c:pt>
                <c:pt idx="129">
                  <c:v>30.2136</c:v>
                </c:pt>
                <c:pt idx="130">
                  <c:v>30.4771</c:v>
                </c:pt>
                <c:pt idx="131">
                  <c:v>30.740600000000001</c:v>
                </c:pt>
                <c:pt idx="132">
                  <c:v>31.004200000000001</c:v>
                </c:pt>
                <c:pt idx="133">
                  <c:v>31.267900000000001</c:v>
                </c:pt>
                <c:pt idx="134">
                  <c:v>31.531500000000001</c:v>
                </c:pt>
                <c:pt idx="135">
                  <c:v>31.795200000000001</c:v>
                </c:pt>
                <c:pt idx="136">
                  <c:v>32.058999999999997</c:v>
                </c:pt>
                <c:pt idx="137">
                  <c:v>32.322800000000001</c:v>
                </c:pt>
                <c:pt idx="138">
                  <c:v>32.586599999999997</c:v>
                </c:pt>
                <c:pt idx="139">
                  <c:v>32.850499999999997</c:v>
                </c:pt>
                <c:pt idx="140">
                  <c:v>33.1145</c:v>
                </c:pt>
                <c:pt idx="141">
                  <c:v>33.378500000000003</c:v>
                </c:pt>
                <c:pt idx="142">
                  <c:v>33.642600000000002</c:v>
                </c:pt>
                <c:pt idx="143">
                  <c:v>33.9069</c:v>
                </c:pt>
                <c:pt idx="144">
                  <c:v>34.171100000000003</c:v>
                </c:pt>
                <c:pt idx="145">
                  <c:v>34.435499999999998</c:v>
                </c:pt>
                <c:pt idx="146">
                  <c:v>34.6999</c:v>
                </c:pt>
                <c:pt idx="147">
                  <c:v>34.964300000000001</c:v>
                </c:pt>
                <c:pt idx="148">
                  <c:v>35.2288</c:v>
                </c:pt>
                <c:pt idx="149">
                  <c:v>35.493200000000002</c:v>
                </c:pt>
                <c:pt idx="150">
                  <c:v>35.757800000000003</c:v>
                </c:pt>
              </c:numCache>
            </c:numRef>
          </c:xVal>
          <c:yVal>
            <c:numRef>
              <c:f>'C2L3'!$AA$3:$AA$153</c:f>
              <c:numCache>
                <c:formatCode>General</c:formatCode>
                <c:ptCount val="151"/>
                <c:pt idx="0">
                  <c:v>9.0384700000000006E-7</c:v>
                </c:pt>
                <c:pt idx="1">
                  <c:v>0.65898800000000002</c:v>
                </c:pt>
                <c:pt idx="2">
                  <c:v>1.3177700000000001</c:v>
                </c:pt>
                <c:pt idx="3">
                  <c:v>2.3055500000000002</c:v>
                </c:pt>
                <c:pt idx="4">
                  <c:v>3.7863099999999998</c:v>
                </c:pt>
                <c:pt idx="5">
                  <c:v>6.0054100000000004</c:v>
                </c:pt>
                <c:pt idx="6">
                  <c:v>9.3294200000000007</c:v>
                </c:pt>
                <c:pt idx="7">
                  <c:v>14.3048</c:v>
                </c:pt>
                <c:pt idx="8">
                  <c:v>21.743400000000001</c:v>
                </c:pt>
                <c:pt idx="9">
                  <c:v>32.844000000000001</c:v>
                </c:pt>
                <c:pt idx="10">
                  <c:v>49.358600000000003</c:v>
                </c:pt>
                <c:pt idx="11">
                  <c:v>73.813400000000001</c:v>
                </c:pt>
                <c:pt idx="12">
                  <c:v>109.654</c:v>
                </c:pt>
                <c:pt idx="13">
                  <c:v>161.21299999999999</c:v>
                </c:pt>
                <c:pt idx="14">
                  <c:v>216.81300000000002</c:v>
                </c:pt>
                <c:pt idx="15">
                  <c:v>267.33100000000002</c:v>
                </c:pt>
                <c:pt idx="16">
                  <c:v>312.28300000000002</c:v>
                </c:pt>
                <c:pt idx="17">
                  <c:v>351.62200000000001</c:v>
                </c:pt>
                <c:pt idx="18">
                  <c:v>385.68299999999999</c:v>
                </c:pt>
                <c:pt idx="19">
                  <c:v>415.03800000000001</c:v>
                </c:pt>
                <c:pt idx="20">
                  <c:v>440.33800000000002</c:v>
                </c:pt>
                <c:pt idx="21">
                  <c:v>462.21300000000002</c:v>
                </c:pt>
                <c:pt idx="22">
                  <c:v>481.22200000000004</c:v>
                </c:pt>
                <c:pt idx="23">
                  <c:v>497.83699999999999</c:v>
                </c:pt>
                <c:pt idx="24">
                  <c:v>512.45100000000002</c:v>
                </c:pt>
                <c:pt idx="25">
                  <c:v>525.38400000000001</c:v>
                </c:pt>
                <c:pt idx="26">
                  <c:v>536.89599999999996</c:v>
                </c:pt>
                <c:pt idx="27">
                  <c:v>547.202</c:v>
                </c:pt>
                <c:pt idx="28">
                  <c:v>556.47500000000002</c:v>
                </c:pt>
                <c:pt idx="29">
                  <c:v>564.85900000000004</c:v>
                </c:pt>
                <c:pt idx="30">
                  <c:v>572.47500000000002</c:v>
                </c:pt>
                <c:pt idx="31">
                  <c:v>579.41999999999996</c:v>
                </c:pt>
                <c:pt idx="32">
                  <c:v>585.779</c:v>
                </c:pt>
                <c:pt idx="33">
                  <c:v>591.62099999999998</c:v>
                </c:pt>
                <c:pt idx="34">
                  <c:v>597.00700000000006</c:v>
                </c:pt>
                <c:pt idx="35">
                  <c:v>601.98699999999997</c:v>
                </c:pt>
                <c:pt idx="36">
                  <c:v>606.60500000000002</c:v>
                </c:pt>
                <c:pt idx="37">
                  <c:v>610.899</c:v>
                </c:pt>
                <c:pt idx="38">
                  <c:v>614.90100000000007</c:v>
                </c:pt>
                <c:pt idx="39">
                  <c:v>618.63900000000001</c:v>
                </c:pt>
                <c:pt idx="40">
                  <c:v>622.14</c:v>
                </c:pt>
                <c:pt idx="41">
                  <c:v>625.42399999999998</c:v>
                </c:pt>
                <c:pt idx="42">
                  <c:v>628.51</c:v>
                </c:pt>
                <c:pt idx="43">
                  <c:v>631.41700000000003</c:v>
                </c:pt>
                <c:pt idx="44">
                  <c:v>634.15800000000002</c:v>
                </c:pt>
                <c:pt idx="45">
                  <c:v>636.74800000000005</c:v>
                </c:pt>
                <c:pt idx="46">
                  <c:v>639.19900000000007</c:v>
                </c:pt>
                <c:pt idx="47">
                  <c:v>641.52099999999996</c:v>
                </c:pt>
                <c:pt idx="48">
                  <c:v>643.72400000000005</c:v>
                </c:pt>
                <c:pt idx="49">
                  <c:v>645.81700000000001</c:v>
                </c:pt>
                <c:pt idx="50">
                  <c:v>647.80799999999999</c:v>
                </c:pt>
                <c:pt idx="51">
                  <c:v>649.70400000000006</c:v>
                </c:pt>
                <c:pt idx="52">
                  <c:v>651.51099999999997</c:v>
                </c:pt>
                <c:pt idx="53">
                  <c:v>653.23599999999999</c:v>
                </c:pt>
                <c:pt idx="54">
                  <c:v>654.88300000000004</c:v>
                </c:pt>
                <c:pt idx="55">
                  <c:v>656.45900000000006</c:v>
                </c:pt>
                <c:pt idx="56">
                  <c:v>657.96600000000001</c:v>
                </c:pt>
                <c:pt idx="57">
                  <c:v>659.41</c:v>
                </c:pt>
                <c:pt idx="58">
                  <c:v>660.79499999999996</c:v>
                </c:pt>
                <c:pt idx="59">
                  <c:v>662.12300000000005</c:v>
                </c:pt>
                <c:pt idx="60">
                  <c:v>663.39800000000002</c:v>
                </c:pt>
                <c:pt idx="61">
                  <c:v>664.62400000000002</c:v>
                </c:pt>
                <c:pt idx="62">
                  <c:v>665.80200000000002</c:v>
                </c:pt>
                <c:pt idx="63">
                  <c:v>666.93500000000006</c:v>
                </c:pt>
                <c:pt idx="64">
                  <c:v>668.02600000000007</c:v>
                </c:pt>
                <c:pt idx="65">
                  <c:v>669.07799999999997</c:v>
                </c:pt>
                <c:pt idx="66">
                  <c:v>670.09100000000001</c:v>
                </c:pt>
                <c:pt idx="67">
                  <c:v>671.06799999999998</c:v>
                </c:pt>
                <c:pt idx="68">
                  <c:v>672.01099999999997</c:v>
                </c:pt>
                <c:pt idx="69">
                  <c:v>672.92200000000003</c:v>
                </c:pt>
                <c:pt idx="70">
                  <c:v>673.80100000000004</c:v>
                </c:pt>
                <c:pt idx="71">
                  <c:v>674.65100000000007</c:v>
                </c:pt>
                <c:pt idx="72">
                  <c:v>675.47199999999998</c:v>
                </c:pt>
                <c:pt idx="73">
                  <c:v>676.26700000000005</c:v>
                </c:pt>
                <c:pt idx="74">
                  <c:v>677.03600000000006</c:v>
                </c:pt>
                <c:pt idx="75">
                  <c:v>677.78</c:v>
                </c:pt>
                <c:pt idx="76">
                  <c:v>678.50099999999998</c:v>
                </c:pt>
                <c:pt idx="77">
                  <c:v>679.19900000000007</c:v>
                </c:pt>
                <c:pt idx="78">
                  <c:v>679.87599999999998</c:v>
                </c:pt>
                <c:pt idx="79">
                  <c:v>680.53200000000004</c:v>
                </c:pt>
                <c:pt idx="80">
                  <c:v>681.16800000000001</c:v>
                </c:pt>
                <c:pt idx="81">
                  <c:v>681.78499999999997</c:v>
                </c:pt>
                <c:pt idx="82">
                  <c:v>682.38400000000001</c:v>
                </c:pt>
                <c:pt idx="83">
                  <c:v>682.96500000000003</c:v>
                </c:pt>
                <c:pt idx="84">
                  <c:v>683.52800000000002</c:v>
                </c:pt>
                <c:pt idx="85">
                  <c:v>684.06899999999996</c:v>
                </c:pt>
                <c:pt idx="86">
                  <c:v>684.59100000000001</c:v>
                </c:pt>
                <c:pt idx="87">
                  <c:v>685.096</c:v>
                </c:pt>
                <c:pt idx="88">
                  <c:v>685.58299999999997</c:v>
                </c:pt>
                <c:pt idx="89">
                  <c:v>686.05200000000002</c:v>
                </c:pt>
                <c:pt idx="90">
                  <c:v>686.50599999999997</c:v>
                </c:pt>
                <c:pt idx="91">
                  <c:v>686.94299999999998</c:v>
                </c:pt>
                <c:pt idx="92">
                  <c:v>687.36300000000006</c:v>
                </c:pt>
                <c:pt idx="93">
                  <c:v>687.76599999999996</c:v>
                </c:pt>
                <c:pt idx="94">
                  <c:v>688.15200000000004</c:v>
                </c:pt>
                <c:pt idx="95">
                  <c:v>688.52200000000005</c:v>
                </c:pt>
                <c:pt idx="96">
                  <c:v>688.86300000000006</c:v>
                </c:pt>
                <c:pt idx="97">
                  <c:v>689.20100000000002</c:v>
                </c:pt>
                <c:pt idx="98">
                  <c:v>689.52600000000007</c:v>
                </c:pt>
                <c:pt idx="99">
                  <c:v>689.83400000000006</c:v>
                </c:pt>
                <c:pt idx="100">
                  <c:v>690.11199999999997</c:v>
                </c:pt>
                <c:pt idx="101">
                  <c:v>690.36699999999996</c:v>
                </c:pt>
                <c:pt idx="102">
                  <c:v>690.6</c:v>
                </c:pt>
                <c:pt idx="103">
                  <c:v>690.81200000000001</c:v>
                </c:pt>
                <c:pt idx="104">
                  <c:v>691.00300000000004</c:v>
                </c:pt>
                <c:pt idx="105">
                  <c:v>691.16899999999998</c:v>
                </c:pt>
                <c:pt idx="106">
                  <c:v>691.31500000000005</c:v>
                </c:pt>
                <c:pt idx="107">
                  <c:v>691.43200000000002</c:v>
                </c:pt>
                <c:pt idx="108">
                  <c:v>691.52099999999996</c:v>
                </c:pt>
                <c:pt idx="109">
                  <c:v>691.59</c:v>
                </c:pt>
                <c:pt idx="110">
                  <c:v>691.64200000000005</c:v>
                </c:pt>
                <c:pt idx="111">
                  <c:v>691.673</c:v>
                </c:pt>
                <c:pt idx="112">
                  <c:v>691.67600000000004</c:v>
                </c:pt>
                <c:pt idx="113">
                  <c:v>691.654</c:v>
                </c:pt>
                <c:pt idx="114">
                  <c:v>691.61500000000001</c:v>
                </c:pt>
                <c:pt idx="115">
                  <c:v>691.55700000000002</c:v>
                </c:pt>
                <c:pt idx="116">
                  <c:v>691.48099999999999</c:v>
                </c:pt>
                <c:pt idx="117">
                  <c:v>691.38200000000006</c:v>
                </c:pt>
                <c:pt idx="118">
                  <c:v>691.26099999999997</c:v>
                </c:pt>
                <c:pt idx="119">
                  <c:v>691.11699999999996</c:v>
                </c:pt>
                <c:pt idx="120">
                  <c:v>690.952</c:v>
                </c:pt>
                <c:pt idx="121">
                  <c:v>690.76800000000003</c:v>
                </c:pt>
                <c:pt idx="122">
                  <c:v>690.56399999999996</c:v>
                </c:pt>
                <c:pt idx="123">
                  <c:v>690.34100000000001</c:v>
                </c:pt>
                <c:pt idx="124">
                  <c:v>690.1</c:v>
                </c:pt>
                <c:pt idx="125">
                  <c:v>689.84199999999998</c:v>
                </c:pt>
                <c:pt idx="126">
                  <c:v>689.56399999999996</c:v>
                </c:pt>
                <c:pt idx="127">
                  <c:v>689.26900000000001</c:v>
                </c:pt>
                <c:pt idx="128">
                  <c:v>688.95100000000002</c:v>
                </c:pt>
                <c:pt idx="129">
                  <c:v>688.61</c:v>
                </c:pt>
                <c:pt idx="130">
                  <c:v>688.24800000000005</c:v>
                </c:pt>
                <c:pt idx="131">
                  <c:v>687.86500000000001</c:v>
                </c:pt>
                <c:pt idx="132">
                  <c:v>687.46699999999998</c:v>
                </c:pt>
                <c:pt idx="133">
                  <c:v>687.053</c:v>
                </c:pt>
                <c:pt idx="134">
                  <c:v>686.62700000000007</c:v>
                </c:pt>
                <c:pt idx="135">
                  <c:v>686.18299999999999</c:v>
                </c:pt>
                <c:pt idx="136">
                  <c:v>685.72</c:v>
                </c:pt>
                <c:pt idx="137">
                  <c:v>685.23900000000003</c:v>
                </c:pt>
                <c:pt idx="138">
                  <c:v>684.74400000000003</c:v>
                </c:pt>
                <c:pt idx="139">
                  <c:v>684.23500000000001</c:v>
                </c:pt>
                <c:pt idx="140">
                  <c:v>683.71199999999999</c:v>
                </c:pt>
                <c:pt idx="141">
                  <c:v>683.17</c:v>
                </c:pt>
                <c:pt idx="142">
                  <c:v>682.61400000000003</c:v>
                </c:pt>
                <c:pt idx="143">
                  <c:v>682.04499999999996</c:v>
                </c:pt>
                <c:pt idx="144">
                  <c:v>681.46199999999999</c:v>
                </c:pt>
                <c:pt idx="145">
                  <c:v>680.86300000000006</c:v>
                </c:pt>
                <c:pt idx="146">
                  <c:v>680.255</c:v>
                </c:pt>
                <c:pt idx="147">
                  <c:v>679.63499999999999</c:v>
                </c:pt>
                <c:pt idx="148">
                  <c:v>679.00099999999998</c:v>
                </c:pt>
                <c:pt idx="149">
                  <c:v>678.35699999999997</c:v>
                </c:pt>
                <c:pt idx="150">
                  <c:v>677.69799999999998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5-0E70-4B3A-AE39-A157C073ADB2}"/>
            </c:ext>
          </c:extLst>
        </c:ser>
        <c:ser>
          <c:idx val="6"/>
          <c:order val="6"/>
          <c:tx>
            <c:v>C2_L4_exp</c:v>
          </c:tx>
          <c:spPr>
            <a:ln w="19050" cap="rnd">
              <a:solidFill>
                <a:schemeClr val="accent1">
                  <a:lumMod val="60000"/>
                </a:schemeClr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>
                  <a:lumMod val="60000"/>
                </a:schemeClr>
              </a:solidFill>
              <a:ln w="9525">
                <a:solidFill>
                  <a:schemeClr val="accent1">
                    <a:lumMod val="60000"/>
                  </a:schemeClr>
                </a:solidFill>
              </a:ln>
              <a:effectLst/>
            </c:spPr>
          </c:marker>
          <c:xVal>
            <c:numRef>
              <c:f>'C2L4'!$A$3:$A$19</c:f>
              <c:numCache>
                <c:formatCode>General</c:formatCode>
                <c:ptCount val="17"/>
                <c:pt idx="0">
                  <c:v>5.3108786088129599E-2</c:v>
                </c:pt>
                <c:pt idx="1">
                  <c:v>0.121520933774144</c:v>
                </c:pt>
                <c:pt idx="2">
                  <c:v>0.331605481786303</c:v>
                </c:pt>
                <c:pt idx="3">
                  <c:v>1.0768424635226701</c:v>
                </c:pt>
                <c:pt idx="4">
                  <c:v>1.8945071950282699</c:v>
                </c:pt>
                <c:pt idx="5">
                  <c:v>3.35447237682</c:v>
                </c:pt>
                <c:pt idx="6">
                  <c:v>4.9223201365303302</c:v>
                </c:pt>
                <c:pt idx="7">
                  <c:v>6.9895227065157197</c:v>
                </c:pt>
                <c:pt idx="8">
                  <c:v>10.1262466118357</c:v>
                </c:pt>
                <c:pt idx="9">
                  <c:v>15.3309566192549</c:v>
                </c:pt>
                <c:pt idx="10">
                  <c:v>20.607163932058199</c:v>
                </c:pt>
                <c:pt idx="11">
                  <c:v>29.3055946641467</c:v>
                </c:pt>
                <c:pt idx="12">
                  <c:v>37.861618434552497</c:v>
                </c:pt>
                <c:pt idx="13">
                  <c:v>46.275382155546701</c:v>
                </c:pt>
                <c:pt idx="14">
                  <c:v>53.2631174294281</c:v>
                </c:pt>
                <c:pt idx="15">
                  <c:v>60.250852703309498</c:v>
                </c:pt>
                <c:pt idx="16">
                  <c:v>70.589950710934403</c:v>
                </c:pt>
              </c:numCache>
            </c:numRef>
          </c:xVal>
          <c:yVal>
            <c:numRef>
              <c:f>'C2L4'!$B$3:$B$19</c:f>
              <c:numCache>
                <c:formatCode>General</c:formatCode>
                <c:ptCount val="17"/>
                <c:pt idx="0">
                  <c:v>8.5106278785624401</c:v>
                </c:pt>
                <c:pt idx="1">
                  <c:v>89.549885286001398</c:v>
                </c:pt>
                <c:pt idx="2">
                  <c:v>196.678313545066</c:v>
                </c:pt>
                <c:pt idx="3">
                  <c:v>292.78097584027603</c:v>
                </c:pt>
                <c:pt idx="4">
                  <c:v>357.28525710871702</c:v>
                </c:pt>
                <c:pt idx="5">
                  <c:v>405.26190785172599</c:v>
                </c:pt>
                <c:pt idx="6">
                  <c:v>427.13224797811898</c:v>
                </c:pt>
                <c:pt idx="7">
                  <c:v>442.10015988952199</c:v>
                </c:pt>
                <c:pt idx="8">
                  <c:v>456.99461566525503</c:v>
                </c:pt>
                <c:pt idx="9">
                  <c:v>464.87890756035</c:v>
                </c:pt>
                <c:pt idx="10">
                  <c:v>467.26378343172399</c:v>
                </c:pt>
                <c:pt idx="11">
                  <c:v>476.28174835396999</c:v>
                </c:pt>
                <c:pt idx="12">
                  <c:v>479.81498847962899</c:v>
                </c:pt>
                <c:pt idx="13">
                  <c:v>473.74261459769201</c:v>
                </c:pt>
                <c:pt idx="14">
                  <c:v>467.76818222998003</c:v>
                </c:pt>
                <c:pt idx="15">
                  <c:v>461.79374986226901</c:v>
                </c:pt>
                <c:pt idx="16">
                  <c:v>450.09463598811902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6-0E70-4B3A-AE39-A157C073ADB2}"/>
            </c:ext>
          </c:extLst>
        </c:ser>
        <c:ser>
          <c:idx val="7"/>
          <c:order val="7"/>
          <c:tx>
            <c:v>C2L4_b/200</c:v>
          </c:tx>
          <c:spPr>
            <a:ln w="19050" cap="rnd">
              <a:solidFill>
                <a:schemeClr val="accent2">
                  <a:lumMod val="60000"/>
                </a:schemeClr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2">
                  <a:lumMod val="60000"/>
                </a:schemeClr>
              </a:solidFill>
              <a:ln w="9525">
                <a:solidFill>
                  <a:schemeClr val="accent2">
                    <a:lumMod val="60000"/>
                  </a:schemeClr>
                </a:solidFill>
              </a:ln>
              <a:effectLst/>
            </c:spPr>
          </c:marker>
          <c:xVal>
            <c:numRef>
              <c:f>'C2L4'!$Z$3:$Z$203</c:f>
              <c:numCache>
                <c:formatCode>General</c:formatCode>
                <c:ptCount val="201"/>
                <c:pt idx="0">
                  <c:v>-5.7370999999999998E-2</c:v>
                </c:pt>
                <c:pt idx="1">
                  <c:v>4.11662E-2</c:v>
                </c:pt>
                <c:pt idx="2">
                  <c:v>0.17410999999999999</c:v>
                </c:pt>
                <c:pt idx="3">
                  <c:v>0.35130499999999998</c:v>
                </c:pt>
                <c:pt idx="4">
                  <c:v>0.57639300000000004</c:v>
                </c:pt>
                <c:pt idx="5">
                  <c:v>0.84144799999999997</c:v>
                </c:pt>
                <c:pt idx="6">
                  <c:v>1.13262</c:v>
                </c:pt>
                <c:pt idx="7">
                  <c:v>1.43875</c:v>
                </c:pt>
                <c:pt idx="8">
                  <c:v>1.75319</c:v>
                </c:pt>
                <c:pt idx="9">
                  <c:v>2.07239</c:v>
                </c:pt>
                <c:pt idx="10">
                  <c:v>2.3944100000000001</c:v>
                </c:pt>
                <c:pt idx="11">
                  <c:v>2.71821</c:v>
                </c:pt>
                <c:pt idx="12">
                  <c:v>3.04318</c:v>
                </c:pt>
                <c:pt idx="13">
                  <c:v>3.3689300000000002</c:v>
                </c:pt>
                <c:pt idx="14">
                  <c:v>3.6952400000000001</c:v>
                </c:pt>
                <c:pt idx="15">
                  <c:v>4.02196</c:v>
                </c:pt>
                <c:pt idx="16">
                  <c:v>4.3489800000000001</c:v>
                </c:pt>
                <c:pt idx="17">
                  <c:v>4.6762199999999998</c:v>
                </c:pt>
                <c:pt idx="18">
                  <c:v>5.0036500000000004</c:v>
                </c:pt>
                <c:pt idx="19">
                  <c:v>5.3312200000000001</c:v>
                </c:pt>
                <c:pt idx="20">
                  <c:v>5.6589</c:v>
                </c:pt>
                <c:pt idx="21">
                  <c:v>5.9866700000000002</c:v>
                </c:pt>
                <c:pt idx="22">
                  <c:v>6.3145199999999999</c:v>
                </c:pt>
                <c:pt idx="23">
                  <c:v>6.6424300000000001</c:v>
                </c:pt>
                <c:pt idx="24">
                  <c:v>6.9703999999999997</c:v>
                </c:pt>
                <c:pt idx="25">
                  <c:v>7.2984099999999996</c:v>
                </c:pt>
                <c:pt idx="26">
                  <c:v>7.6264500000000002</c:v>
                </c:pt>
                <c:pt idx="27">
                  <c:v>7.9545300000000001</c:v>
                </c:pt>
                <c:pt idx="28">
                  <c:v>8.2826400000000007</c:v>
                </c:pt>
                <c:pt idx="29">
                  <c:v>8.6107700000000005</c:v>
                </c:pt>
                <c:pt idx="30">
                  <c:v>8.9389199999999995</c:v>
                </c:pt>
                <c:pt idx="31">
                  <c:v>9.2670899999999996</c:v>
                </c:pt>
                <c:pt idx="32">
                  <c:v>9.5952699999999993</c:v>
                </c:pt>
                <c:pt idx="33">
                  <c:v>9.92347</c:v>
                </c:pt>
                <c:pt idx="34">
                  <c:v>10.2517</c:v>
                </c:pt>
                <c:pt idx="35">
                  <c:v>10.5799</c:v>
                </c:pt>
                <c:pt idx="36">
                  <c:v>10.908099999999999</c:v>
                </c:pt>
                <c:pt idx="37">
                  <c:v>11.2364</c:v>
                </c:pt>
                <c:pt idx="38">
                  <c:v>11.5646</c:v>
                </c:pt>
                <c:pt idx="39">
                  <c:v>11.892799999999999</c:v>
                </c:pt>
                <c:pt idx="40">
                  <c:v>12.2211</c:v>
                </c:pt>
                <c:pt idx="41">
                  <c:v>12.549300000000001</c:v>
                </c:pt>
                <c:pt idx="42">
                  <c:v>12.877599999999999</c:v>
                </c:pt>
                <c:pt idx="43">
                  <c:v>13.2058</c:v>
                </c:pt>
                <c:pt idx="44">
                  <c:v>13.5341</c:v>
                </c:pt>
                <c:pt idx="45">
                  <c:v>13.862399999999999</c:v>
                </c:pt>
                <c:pt idx="46">
                  <c:v>14.1906</c:v>
                </c:pt>
                <c:pt idx="47">
                  <c:v>14.5189</c:v>
                </c:pt>
                <c:pt idx="48">
                  <c:v>14.847099999999999</c:v>
                </c:pt>
                <c:pt idx="49">
                  <c:v>15.1754</c:v>
                </c:pt>
                <c:pt idx="50">
                  <c:v>15.5037</c:v>
                </c:pt>
                <c:pt idx="51">
                  <c:v>15.831899999999999</c:v>
                </c:pt>
                <c:pt idx="52">
                  <c:v>16.1602</c:v>
                </c:pt>
                <c:pt idx="53">
                  <c:v>16.488399999999999</c:v>
                </c:pt>
                <c:pt idx="54">
                  <c:v>16.816700000000001</c:v>
                </c:pt>
                <c:pt idx="55">
                  <c:v>17.1449</c:v>
                </c:pt>
                <c:pt idx="56">
                  <c:v>17.473199999999999</c:v>
                </c:pt>
                <c:pt idx="57">
                  <c:v>17.801400000000001</c:v>
                </c:pt>
                <c:pt idx="58">
                  <c:v>18.1297</c:v>
                </c:pt>
                <c:pt idx="59">
                  <c:v>18.457899999999999</c:v>
                </c:pt>
                <c:pt idx="60">
                  <c:v>18.786100000000001</c:v>
                </c:pt>
                <c:pt idx="61">
                  <c:v>19.1144</c:v>
                </c:pt>
                <c:pt idx="62">
                  <c:v>19.442599999999999</c:v>
                </c:pt>
                <c:pt idx="63">
                  <c:v>19.770800000000001</c:v>
                </c:pt>
                <c:pt idx="64">
                  <c:v>20.099</c:v>
                </c:pt>
                <c:pt idx="65">
                  <c:v>20.427199999999999</c:v>
                </c:pt>
                <c:pt idx="66">
                  <c:v>20.755400000000002</c:v>
                </c:pt>
                <c:pt idx="67">
                  <c:v>21.0837</c:v>
                </c:pt>
                <c:pt idx="68">
                  <c:v>21.411799999999999</c:v>
                </c:pt>
                <c:pt idx="69">
                  <c:v>21.74</c:v>
                </c:pt>
                <c:pt idx="70">
                  <c:v>22.068200000000001</c:v>
                </c:pt>
                <c:pt idx="71">
                  <c:v>22.3964</c:v>
                </c:pt>
                <c:pt idx="72">
                  <c:v>22.724599999999999</c:v>
                </c:pt>
                <c:pt idx="73">
                  <c:v>23.052800000000001</c:v>
                </c:pt>
                <c:pt idx="74">
                  <c:v>23.3809</c:v>
                </c:pt>
                <c:pt idx="75">
                  <c:v>23.709099999999999</c:v>
                </c:pt>
                <c:pt idx="76">
                  <c:v>24.037299999999998</c:v>
                </c:pt>
                <c:pt idx="77">
                  <c:v>24.365400000000001</c:v>
                </c:pt>
                <c:pt idx="78">
                  <c:v>24.6935</c:v>
                </c:pt>
                <c:pt idx="79">
                  <c:v>25.021699999999999</c:v>
                </c:pt>
                <c:pt idx="80">
                  <c:v>25.349799999999998</c:v>
                </c:pt>
                <c:pt idx="81">
                  <c:v>25.677900000000001</c:v>
                </c:pt>
                <c:pt idx="82">
                  <c:v>26.0061</c:v>
                </c:pt>
                <c:pt idx="83">
                  <c:v>26.334199999999999</c:v>
                </c:pt>
                <c:pt idx="84">
                  <c:v>26.662299999999998</c:v>
                </c:pt>
                <c:pt idx="85">
                  <c:v>26.990400000000001</c:v>
                </c:pt>
                <c:pt idx="86">
                  <c:v>27.3185</c:v>
                </c:pt>
                <c:pt idx="87">
                  <c:v>27.646599999999999</c:v>
                </c:pt>
                <c:pt idx="88">
                  <c:v>27.974599999999999</c:v>
                </c:pt>
                <c:pt idx="89">
                  <c:v>28.302700000000002</c:v>
                </c:pt>
                <c:pt idx="90">
                  <c:v>28.630800000000001</c:v>
                </c:pt>
                <c:pt idx="91">
                  <c:v>28.9588</c:v>
                </c:pt>
                <c:pt idx="92">
                  <c:v>29.286899999999999</c:v>
                </c:pt>
                <c:pt idx="93">
                  <c:v>29.614899999999999</c:v>
                </c:pt>
                <c:pt idx="94">
                  <c:v>29.943000000000001</c:v>
                </c:pt>
                <c:pt idx="95">
                  <c:v>30.271000000000001</c:v>
                </c:pt>
                <c:pt idx="96">
                  <c:v>30.599</c:v>
                </c:pt>
                <c:pt idx="97">
                  <c:v>30.927</c:v>
                </c:pt>
                <c:pt idx="98">
                  <c:v>31.254999999999999</c:v>
                </c:pt>
                <c:pt idx="99">
                  <c:v>31.582999999999998</c:v>
                </c:pt>
                <c:pt idx="100">
                  <c:v>31.911000000000001</c:v>
                </c:pt>
                <c:pt idx="101">
                  <c:v>32.238999999999997</c:v>
                </c:pt>
                <c:pt idx="102">
                  <c:v>32.567</c:v>
                </c:pt>
                <c:pt idx="103">
                  <c:v>32.8949</c:v>
                </c:pt>
                <c:pt idx="104">
                  <c:v>33.222900000000003</c:v>
                </c:pt>
                <c:pt idx="105">
                  <c:v>33.550800000000002</c:v>
                </c:pt>
                <c:pt idx="106">
                  <c:v>33.878799999999998</c:v>
                </c:pt>
                <c:pt idx="107">
                  <c:v>34.206699999999998</c:v>
                </c:pt>
                <c:pt idx="108">
                  <c:v>34.534599999999998</c:v>
                </c:pt>
                <c:pt idx="109">
                  <c:v>34.8626</c:v>
                </c:pt>
                <c:pt idx="110">
                  <c:v>35.1905</c:v>
                </c:pt>
                <c:pt idx="111">
                  <c:v>35.5184</c:v>
                </c:pt>
                <c:pt idx="112">
                  <c:v>35.846299999999999</c:v>
                </c:pt>
                <c:pt idx="113">
                  <c:v>36.174199999999999</c:v>
                </c:pt>
                <c:pt idx="114">
                  <c:v>36.502200000000002</c:v>
                </c:pt>
                <c:pt idx="115">
                  <c:v>36.830100000000002</c:v>
                </c:pt>
                <c:pt idx="116">
                  <c:v>37.158000000000001</c:v>
                </c:pt>
                <c:pt idx="117">
                  <c:v>37.485900000000001</c:v>
                </c:pt>
                <c:pt idx="118">
                  <c:v>37.813800000000001</c:v>
                </c:pt>
                <c:pt idx="119">
                  <c:v>38.1417</c:v>
                </c:pt>
                <c:pt idx="120">
                  <c:v>38.469700000000003</c:v>
                </c:pt>
                <c:pt idx="121">
                  <c:v>38.797600000000003</c:v>
                </c:pt>
                <c:pt idx="122">
                  <c:v>39.125500000000002</c:v>
                </c:pt>
                <c:pt idx="123">
                  <c:v>39.453400000000002</c:v>
                </c:pt>
                <c:pt idx="124">
                  <c:v>39.781300000000002</c:v>
                </c:pt>
                <c:pt idx="125">
                  <c:v>40.109200000000001</c:v>
                </c:pt>
                <c:pt idx="126">
                  <c:v>40.437199999999997</c:v>
                </c:pt>
                <c:pt idx="127">
                  <c:v>40.765099999999997</c:v>
                </c:pt>
                <c:pt idx="128">
                  <c:v>40.847200000000001</c:v>
                </c:pt>
                <c:pt idx="129">
                  <c:v>40.970199999999998</c:v>
                </c:pt>
                <c:pt idx="130">
                  <c:v>41.039400000000001</c:v>
                </c:pt>
                <c:pt idx="131">
                  <c:v>41.1432</c:v>
                </c:pt>
                <c:pt idx="132">
                  <c:v>41.1691</c:v>
                </c:pt>
                <c:pt idx="133">
                  <c:v>41.175600000000003</c:v>
                </c:pt>
                <c:pt idx="134">
                  <c:v>41.182099999999998</c:v>
                </c:pt>
                <c:pt idx="135">
                  <c:v>41.188600000000001</c:v>
                </c:pt>
                <c:pt idx="136">
                  <c:v>41.198300000000003</c:v>
                </c:pt>
                <c:pt idx="137">
                  <c:v>41.207999999999998</c:v>
                </c:pt>
                <c:pt idx="138">
                  <c:v>41.217799999999997</c:v>
                </c:pt>
                <c:pt idx="139">
                  <c:v>41.227499999999999</c:v>
                </c:pt>
                <c:pt idx="140">
                  <c:v>41.229900000000001</c:v>
                </c:pt>
                <c:pt idx="141">
                  <c:v>41.232399999999998</c:v>
                </c:pt>
                <c:pt idx="142">
                  <c:v>41.235999999999997</c:v>
                </c:pt>
                <c:pt idx="143">
                  <c:v>41.239699999999999</c:v>
                </c:pt>
                <c:pt idx="144">
                  <c:v>41.243299999999998</c:v>
                </c:pt>
                <c:pt idx="145">
                  <c:v>41.247</c:v>
                </c:pt>
                <c:pt idx="146">
                  <c:v>41.250599999999999</c:v>
                </c:pt>
                <c:pt idx="147">
                  <c:v>41.256100000000004</c:v>
                </c:pt>
                <c:pt idx="148">
                  <c:v>41.264299999999999</c:v>
                </c:pt>
                <c:pt idx="149">
                  <c:v>41.272500000000001</c:v>
                </c:pt>
                <c:pt idx="150">
                  <c:v>41.280700000000003</c:v>
                </c:pt>
                <c:pt idx="151">
                  <c:v>41.289000000000001</c:v>
                </c:pt>
                <c:pt idx="152">
                  <c:v>41.301299999999998</c:v>
                </c:pt>
                <c:pt idx="153">
                  <c:v>41.319699999999997</c:v>
                </c:pt>
                <c:pt idx="154">
                  <c:v>41.347499999999997</c:v>
                </c:pt>
                <c:pt idx="155">
                  <c:v>41.389000000000003</c:v>
                </c:pt>
                <c:pt idx="156">
                  <c:v>41.4514</c:v>
                </c:pt>
                <c:pt idx="157">
                  <c:v>41.544899999999998</c:v>
                </c:pt>
                <c:pt idx="158">
                  <c:v>41.685200000000002</c:v>
                </c:pt>
                <c:pt idx="159">
                  <c:v>41.895699999999998</c:v>
                </c:pt>
                <c:pt idx="160">
                  <c:v>42.211399999999998</c:v>
                </c:pt>
                <c:pt idx="161">
                  <c:v>42.685099999999998</c:v>
                </c:pt>
                <c:pt idx="162">
                  <c:v>43.177500000000002</c:v>
                </c:pt>
                <c:pt idx="163">
                  <c:v>43.669899999999998</c:v>
                </c:pt>
                <c:pt idx="164">
                  <c:v>44.162399999999998</c:v>
                </c:pt>
                <c:pt idx="165">
                  <c:v>44.655099999999997</c:v>
                </c:pt>
                <c:pt idx="166">
                  <c:v>45.1479</c:v>
                </c:pt>
                <c:pt idx="167">
                  <c:v>45.640799999999999</c:v>
                </c:pt>
                <c:pt idx="168">
                  <c:v>46.133699999999997</c:v>
                </c:pt>
                <c:pt idx="169">
                  <c:v>46.6267</c:v>
                </c:pt>
                <c:pt idx="170">
                  <c:v>47.119900000000001</c:v>
                </c:pt>
                <c:pt idx="171">
                  <c:v>47.613</c:v>
                </c:pt>
                <c:pt idx="172">
                  <c:v>48.106299999999997</c:v>
                </c:pt>
                <c:pt idx="173">
                  <c:v>48.599800000000002</c:v>
                </c:pt>
                <c:pt idx="174">
                  <c:v>49.093400000000003</c:v>
                </c:pt>
                <c:pt idx="175">
                  <c:v>49.587200000000003</c:v>
                </c:pt>
                <c:pt idx="176">
                  <c:v>50.081099999999999</c:v>
                </c:pt>
                <c:pt idx="177">
                  <c:v>50.575099999999999</c:v>
                </c:pt>
                <c:pt idx="178">
                  <c:v>51.069200000000002</c:v>
                </c:pt>
                <c:pt idx="179">
                  <c:v>51.563499999999998</c:v>
                </c:pt>
                <c:pt idx="180">
                  <c:v>52.057899999999997</c:v>
                </c:pt>
                <c:pt idx="181">
                  <c:v>52.552399999999999</c:v>
                </c:pt>
                <c:pt idx="182">
                  <c:v>53.046999999999997</c:v>
                </c:pt>
                <c:pt idx="183">
                  <c:v>53.541699999999999</c:v>
                </c:pt>
                <c:pt idx="184">
                  <c:v>54.0366</c:v>
                </c:pt>
                <c:pt idx="185">
                  <c:v>54.531599999999997</c:v>
                </c:pt>
                <c:pt idx="186">
                  <c:v>55.026800000000001</c:v>
                </c:pt>
                <c:pt idx="187">
                  <c:v>55.522100000000002</c:v>
                </c:pt>
                <c:pt idx="188">
                  <c:v>56.017499999999998</c:v>
                </c:pt>
                <c:pt idx="189">
                  <c:v>56.513100000000001</c:v>
                </c:pt>
                <c:pt idx="190">
                  <c:v>57.008899999999997</c:v>
                </c:pt>
                <c:pt idx="191">
                  <c:v>57.504800000000003</c:v>
                </c:pt>
                <c:pt idx="192">
                  <c:v>58.000900000000001</c:v>
                </c:pt>
                <c:pt idx="193">
                  <c:v>58.497100000000003</c:v>
                </c:pt>
                <c:pt idx="194">
                  <c:v>58.993299999999998</c:v>
                </c:pt>
                <c:pt idx="195">
                  <c:v>59.489600000000003</c:v>
                </c:pt>
                <c:pt idx="196">
                  <c:v>59.985999999999997</c:v>
                </c:pt>
                <c:pt idx="197">
                  <c:v>60.482599999999998</c:v>
                </c:pt>
                <c:pt idx="198">
                  <c:v>60.979300000000002</c:v>
                </c:pt>
                <c:pt idx="199">
                  <c:v>61.476199999999999</c:v>
                </c:pt>
                <c:pt idx="200">
                  <c:v>61.973399999999998</c:v>
                </c:pt>
              </c:numCache>
            </c:numRef>
          </c:xVal>
          <c:yVal>
            <c:numRef>
              <c:f>'C2L4'!$AA$3:$AA$203</c:f>
              <c:numCache>
                <c:formatCode>General</c:formatCode>
                <c:ptCount val="201"/>
                <c:pt idx="0">
                  <c:v>-1.7074100000000001E-7</c:v>
                </c:pt>
                <c:pt idx="1">
                  <c:v>68.07589999999999</c:v>
                </c:pt>
                <c:pt idx="2">
                  <c:v>133.077</c:v>
                </c:pt>
                <c:pt idx="3">
                  <c:v>192.6</c:v>
                </c:pt>
                <c:pt idx="4">
                  <c:v>243.62700000000001</c:v>
                </c:pt>
                <c:pt idx="5">
                  <c:v>284.37700000000001</c:v>
                </c:pt>
                <c:pt idx="6">
                  <c:v>315.548</c:v>
                </c:pt>
                <c:pt idx="7">
                  <c:v>339.22300000000001</c:v>
                </c:pt>
                <c:pt idx="8">
                  <c:v>357.45</c:v>
                </c:pt>
                <c:pt idx="9">
                  <c:v>371.77500000000003</c:v>
                </c:pt>
                <c:pt idx="10">
                  <c:v>383.28000000000003</c:v>
                </c:pt>
                <c:pt idx="11">
                  <c:v>392.68299999999999</c:v>
                </c:pt>
                <c:pt idx="12">
                  <c:v>400.50700000000001</c:v>
                </c:pt>
                <c:pt idx="13">
                  <c:v>407.11200000000002</c:v>
                </c:pt>
                <c:pt idx="14">
                  <c:v>412.76100000000002</c:v>
                </c:pt>
                <c:pt idx="15">
                  <c:v>417.64400000000001</c:v>
                </c:pt>
                <c:pt idx="16">
                  <c:v>421.90699999999998</c:v>
                </c:pt>
                <c:pt idx="17">
                  <c:v>425.65899999999999</c:v>
                </c:pt>
                <c:pt idx="18">
                  <c:v>428.988</c:v>
                </c:pt>
                <c:pt idx="19">
                  <c:v>431.96100000000001</c:v>
                </c:pt>
                <c:pt idx="20">
                  <c:v>434.63100000000003</c:v>
                </c:pt>
                <c:pt idx="21">
                  <c:v>437.04300000000001</c:v>
                </c:pt>
                <c:pt idx="22">
                  <c:v>439.23200000000003</c:v>
                </c:pt>
                <c:pt idx="23">
                  <c:v>441.22800000000001</c:v>
                </c:pt>
                <c:pt idx="24">
                  <c:v>443.05400000000003</c:v>
                </c:pt>
                <c:pt idx="25">
                  <c:v>444.733</c:v>
                </c:pt>
                <c:pt idx="26">
                  <c:v>446.28000000000003</c:v>
                </c:pt>
                <c:pt idx="27">
                  <c:v>447.71100000000001</c:v>
                </c:pt>
                <c:pt idx="28">
                  <c:v>449.03800000000001</c:v>
                </c:pt>
                <c:pt idx="29">
                  <c:v>450.27199999999999</c:v>
                </c:pt>
                <c:pt idx="30">
                  <c:v>451.423</c:v>
                </c:pt>
                <c:pt idx="31">
                  <c:v>452.49799999999999</c:v>
                </c:pt>
                <c:pt idx="32">
                  <c:v>453.505</c:v>
                </c:pt>
                <c:pt idx="33">
                  <c:v>454.45</c:v>
                </c:pt>
                <c:pt idx="34">
                  <c:v>455.33800000000002</c:v>
                </c:pt>
                <c:pt idx="35">
                  <c:v>456.17500000000001</c:v>
                </c:pt>
                <c:pt idx="36">
                  <c:v>456.964</c:v>
                </c:pt>
                <c:pt idx="37">
                  <c:v>457.71000000000004</c:v>
                </c:pt>
                <c:pt idx="38">
                  <c:v>458.416</c:v>
                </c:pt>
                <c:pt idx="39">
                  <c:v>459.08500000000004</c:v>
                </c:pt>
                <c:pt idx="40">
                  <c:v>459.72</c:v>
                </c:pt>
                <c:pt idx="41">
                  <c:v>460.32400000000001</c:v>
                </c:pt>
                <c:pt idx="42">
                  <c:v>460.89800000000002</c:v>
                </c:pt>
                <c:pt idx="43">
                  <c:v>461.44499999999999</c:v>
                </c:pt>
                <c:pt idx="44">
                  <c:v>461.96600000000001</c:v>
                </c:pt>
                <c:pt idx="45">
                  <c:v>462.464</c:v>
                </c:pt>
                <c:pt idx="46">
                  <c:v>462.93900000000002</c:v>
                </c:pt>
                <c:pt idx="47">
                  <c:v>463.39400000000001</c:v>
                </c:pt>
                <c:pt idx="48">
                  <c:v>463.82900000000001</c:v>
                </c:pt>
                <c:pt idx="49">
                  <c:v>464.24700000000001</c:v>
                </c:pt>
                <c:pt idx="50">
                  <c:v>464.64600000000002</c:v>
                </c:pt>
                <c:pt idx="51">
                  <c:v>465.03000000000003</c:v>
                </c:pt>
                <c:pt idx="52">
                  <c:v>465.399</c:v>
                </c:pt>
                <c:pt idx="53">
                  <c:v>465.75299999999999</c:v>
                </c:pt>
                <c:pt idx="54">
                  <c:v>466.09300000000002</c:v>
                </c:pt>
                <c:pt idx="55">
                  <c:v>466.42099999999999</c:v>
                </c:pt>
                <c:pt idx="56">
                  <c:v>466.73599999999999</c:v>
                </c:pt>
                <c:pt idx="57">
                  <c:v>467.04</c:v>
                </c:pt>
                <c:pt idx="58">
                  <c:v>467.33300000000003</c:v>
                </c:pt>
                <c:pt idx="59">
                  <c:v>467.61599999999999</c:v>
                </c:pt>
                <c:pt idx="60">
                  <c:v>467.88900000000001</c:v>
                </c:pt>
                <c:pt idx="61">
                  <c:v>468.15199999999999</c:v>
                </c:pt>
                <c:pt idx="62">
                  <c:v>468.40699999999998</c:v>
                </c:pt>
                <c:pt idx="63">
                  <c:v>468.65300000000002</c:v>
                </c:pt>
                <c:pt idx="64">
                  <c:v>468.89100000000002</c:v>
                </c:pt>
                <c:pt idx="65">
                  <c:v>469.12100000000004</c:v>
                </c:pt>
                <c:pt idx="66">
                  <c:v>469.34300000000002</c:v>
                </c:pt>
                <c:pt idx="67">
                  <c:v>469.55900000000003</c:v>
                </c:pt>
                <c:pt idx="68">
                  <c:v>469.76800000000003</c:v>
                </c:pt>
                <c:pt idx="69">
                  <c:v>469.97</c:v>
                </c:pt>
                <c:pt idx="70">
                  <c:v>470.166</c:v>
                </c:pt>
                <c:pt idx="71">
                  <c:v>470.35599999999999</c:v>
                </c:pt>
                <c:pt idx="72">
                  <c:v>470.541</c:v>
                </c:pt>
                <c:pt idx="73">
                  <c:v>470.72</c:v>
                </c:pt>
                <c:pt idx="74">
                  <c:v>470.89300000000003</c:v>
                </c:pt>
                <c:pt idx="75">
                  <c:v>471.06200000000001</c:v>
                </c:pt>
                <c:pt idx="76">
                  <c:v>471.226</c:v>
                </c:pt>
                <c:pt idx="77">
                  <c:v>471.38400000000001</c:v>
                </c:pt>
                <c:pt idx="78">
                  <c:v>471.53899999999999</c:v>
                </c:pt>
                <c:pt idx="79">
                  <c:v>471.68900000000002</c:v>
                </c:pt>
                <c:pt idx="80">
                  <c:v>471.83500000000004</c:v>
                </c:pt>
                <c:pt idx="81">
                  <c:v>471.97700000000003</c:v>
                </c:pt>
                <c:pt idx="82">
                  <c:v>472.11500000000001</c:v>
                </c:pt>
                <c:pt idx="83">
                  <c:v>472.24900000000002</c:v>
                </c:pt>
                <c:pt idx="84">
                  <c:v>472.37900000000002</c:v>
                </c:pt>
                <c:pt idx="85">
                  <c:v>472.50600000000003</c:v>
                </c:pt>
                <c:pt idx="86">
                  <c:v>472.63</c:v>
                </c:pt>
                <c:pt idx="87">
                  <c:v>472.75</c:v>
                </c:pt>
                <c:pt idx="88">
                  <c:v>472.86700000000002</c:v>
                </c:pt>
                <c:pt idx="89">
                  <c:v>472.98099999999999</c:v>
                </c:pt>
                <c:pt idx="90">
                  <c:v>473.09199999999998</c:v>
                </c:pt>
                <c:pt idx="91">
                  <c:v>473.2</c:v>
                </c:pt>
                <c:pt idx="92">
                  <c:v>473.30599999999998</c:v>
                </c:pt>
                <c:pt idx="93">
                  <c:v>473.40800000000002</c:v>
                </c:pt>
                <c:pt idx="94">
                  <c:v>473.50800000000004</c:v>
                </c:pt>
                <c:pt idx="95">
                  <c:v>473.60500000000002</c:v>
                </c:pt>
                <c:pt idx="96">
                  <c:v>473.7</c:v>
                </c:pt>
                <c:pt idx="97">
                  <c:v>473.79200000000003</c:v>
                </c:pt>
                <c:pt idx="98">
                  <c:v>473.88200000000001</c:v>
                </c:pt>
                <c:pt idx="99">
                  <c:v>473.97</c:v>
                </c:pt>
                <c:pt idx="100">
                  <c:v>474.05500000000001</c:v>
                </c:pt>
                <c:pt idx="101">
                  <c:v>474.13800000000003</c:v>
                </c:pt>
                <c:pt idx="102">
                  <c:v>474.22</c:v>
                </c:pt>
                <c:pt idx="103">
                  <c:v>474.298</c:v>
                </c:pt>
                <c:pt idx="104">
                  <c:v>474.375</c:v>
                </c:pt>
                <c:pt idx="105">
                  <c:v>474.45</c:v>
                </c:pt>
                <c:pt idx="106">
                  <c:v>474.52300000000002</c:v>
                </c:pt>
                <c:pt idx="107">
                  <c:v>474.59500000000003</c:v>
                </c:pt>
                <c:pt idx="108">
                  <c:v>474.66399999999999</c:v>
                </c:pt>
                <c:pt idx="109">
                  <c:v>474.73099999999999</c:v>
                </c:pt>
                <c:pt idx="110">
                  <c:v>474.79599999999999</c:v>
                </c:pt>
                <c:pt idx="111">
                  <c:v>474.858</c:v>
                </c:pt>
                <c:pt idx="112">
                  <c:v>474.91800000000001</c:v>
                </c:pt>
                <c:pt idx="113">
                  <c:v>474.976</c:v>
                </c:pt>
                <c:pt idx="114">
                  <c:v>475.03399999999999</c:v>
                </c:pt>
                <c:pt idx="115">
                  <c:v>475.072</c:v>
                </c:pt>
                <c:pt idx="116">
                  <c:v>475.12</c:v>
                </c:pt>
                <c:pt idx="117">
                  <c:v>475.166</c:v>
                </c:pt>
                <c:pt idx="118">
                  <c:v>475.209</c:v>
                </c:pt>
                <c:pt idx="119">
                  <c:v>475.25</c:v>
                </c:pt>
                <c:pt idx="120">
                  <c:v>475.28700000000003</c:v>
                </c:pt>
                <c:pt idx="121">
                  <c:v>475.32100000000003</c:v>
                </c:pt>
                <c:pt idx="122">
                  <c:v>475.35200000000003</c:v>
                </c:pt>
                <c:pt idx="123">
                  <c:v>475.38100000000003</c:v>
                </c:pt>
                <c:pt idx="124">
                  <c:v>475.40600000000001</c:v>
                </c:pt>
                <c:pt idx="125">
                  <c:v>475.42900000000003</c:v>
                </c:pt>
                <c:pt idx="126">
                  <c:v>475.44800000000004</c:v>
                </c:pt>
                <c:pt idx="127">
                  <c:v>475.46199999999999</c:v>
                </c:pt>
                <c:pt idx="128">
                  <c:v>475.464</c:v>
                </c:pt>
                <c:pt idx="129">
                  <c:v>475.46600000000001</c:v>
                </c:pt>
                <c:pt idx="130">
                  <c:v>475.46699999999998</c:v>
                </c:pt>
                <c:pt idx="131">
                  <c:v>475.46800000000002</c:v>
                </c:pt>
                <c:pt idx="132">
                  <c:v>475.46800000000002</c:v>
                </c:pt>
                <c:pt idx="133">
                  <c:v>475.46800000000002</c:v>
                </c:pt>
                <c:pt idx="134">
                  <c:v>475.46800000000002</c:v>
                </c:pt>
                <c:pt idx="135">
                  <c:v>475.46800000000002</c:v>
                </c:pt>
                <c:pt idx="136">
                  <c:v>475.46699999999998</c:v>
                </c:pt>
                <c:pt idx="137">
                  <c:v>475.46699999999998</c:v>
                </c:pt>
                <c:pt idx="138">
                  <c:v>475.46500000000003</c:v>
                </c:pt>
                <c:pt idx="139">
                  <c:v>475.46600000000001</c:v>
                </c:pt>
                <c:pt idx="140">
                  <c:v>475.47</c:v>
                </c:pt>
                <c:pt idx="141">
                  <c:v>475.46800000000002</c:v>
                </c:pt>
                <c:pt idx="142">
                  <c:v>475.46100000000001</c:v>
                </c:pt>
                <c:pt idx="143">
                  <c:v>475.47500000000002</c:v>
                </c:pt>
                <c:pt idx="144">
                  <c:v>475.46800000000002</c:v>
                </c:pt>
                <c:pt idx="145">
                  <c:v>475.46800000000002</c:v>
                </c:pt>
                <c:pt idx="146">
                  <c:v>475.46800000000002</c:v>
                </c:pt>
                <c:pt idx="147">
                  <c:v>475.46800000000002</c:v>
                </c:pt>
                <c:pt idx="148">
                  <c:v>475.46800000000002</c:v>
                </c:pt>
                <c:pt idx="149">
                  <c:v>475.46800000000002</c:v>
                </c:pt>
                <c:pt idx="150">
                  <c:v>475.46800000000002</c:v>
                </c:pt>
                <c:pt idx="151">
                  <c:v>475.46800000000002</c:v>
                </c:pt>
                <c:pt idx="152">
                  <c:v>475.46800000000002</c:v>
                </c:pt>
                <c:pt idx="153">
                  <c:v>475.46899999999999</c:v>
                </c:pt>
                <c:pt idx="154">
                  <c:v>475.46800000000002</c:v>
                </c:pt>
                <c:pt idx="155">
                  <c:v>475.46699999999998</c:v>
                </c:pt>
                <c:pt idx="156">
                  <c:v>475.46699999999998</c:v>
                </c:pt>
                <c:pt idx="157">
                  <c:v>475.46600000000001</c:v>
                </c:pt>
                <c:pt idx="158">
                  <c:v>475.464</c:v>
                </c:pt>
                <c:pt idx="159">
                  <c:v>475.459</c:v>
                </c:pt>
                <c:pt idx="160">
                  <c:v>475.44499999999999</c:v>
                </c:pt>
                <c:pt idx="161">
                  <c:v>475.41399999999999</c:v>
                </c:pt>
                <c:pt idx="162">
                  <c:v>475.36900000000003</c:v>
                </c:pt>
                <c:pt idx="163">
                  <c:v>475.315</c:v>
                </c:pt>
                <c:pt idx="164">
                  <c:v>475.25</c:v>
                </c:pt>
                <c:pt idx="165">
                  <c:v>475.16</c:v>
                </c:pt>
                <c:pt idx="166">
                  <c:v>475.053</c:v>
                </c:pt>
                <c:pt idx="167">
                  <c:v>474.93299999999999</c:v>
                </c:pt>
                <c:pt idx="168">
                  <c:v>474.79700000000003</c:v>
                </c:pt>
                <c:pt idx="169">
                  <c:v>474.64800000000002</c:v>
                </c:pt>
                <c:pt idx="170">
                  <c:v>474.48900000000003</c:v>
                </c:pt>
                <c:pt idx="171">
                  <c:v>474.32100000000003</c:v>
                </c:pt>
                <c:pt idx="172">
                  <c:v>474.137</c:v>
                </c:pt>
                <c:pt idx="173">
                  <c:v>473.93</c:v>
                </c:pt>
                <c:pt idx="174">
                  <c:v>473.70499999999998</c:v>
                </c:pt>
                <c:pt idx="175">
                  <c:v>473.46199999999999</c:v>
                </c:pt>
                <c:pt idx="176">
                  <c:v>473.20400000000001</c:v>
                </c:pt>
                <c:pt idx="177">
                  <c:v>472.93400000000003</c:v>
                </c:pt>
                <c:pt idx="178">
                  <c:v>472.64600000000002</c:v>
                </c:pt>
                <c:pt idx="179">
                  <c:v>472.34899999999999</c:v>
                </c:pt>
                <c:pt idx="180">
                  <c:v>472.04</c:v>
                </c:pt>
                <c:pt idx="181">
                  <c:v>471.71500000000003</c:v>
                </c:pt>
                <c:pt idx="182">
                  <c:v>471.37299999999999</c:v>
                </c:pt>
                <c:pt idx="183">
                  <c:v>471.01499999999999</c:v>
                </c:pt>
                <c:pt idx="184">
                  <c:v>470.64</c:v>
                </c:pt>
                <c:pt idx="185">
                  <c:v>470.24900000000002</c:v>
                </c:pt>
                <c:pt idx="186">
                  <c:v>469.84199999999998</c:v>
                </c:pt>
                <c:pt idx="187">
                  <c:v>469.42200000000003</c:v>
                </c:pt>
                <c:pt idx="188">
                  <c:v>468.99099999999999</c:v>
                </c:pt>
                <c:pt idx="189">
                  <c:v>468.548</c:v>
                </c:pt>
                <c:pt idx="190">
                  <c:v>468.09300000000002</c:v>
                </c:pt>
                <c:pt idx="191">
                  <c:v>467.62400000000002</c:v>
                </c:pt>
                <c:pt idx="192">
                  <c:v>467.14100000000002</c:v>
                </c:pt>
                <c:pt idx="193">
                  <c:v>466.64600000000002</c:v>
                </c:pt>
                <c:pt idx="194">
                  <c:v>466.13900000000001</c:v>
                </c:pt>
                <c:pt idx="195">
                  <c:v>465.62400000000002</c:v>
                </c:pt>
                <c:pt idx="196">
                  <c:v>465.09500000000003</c:v>
                </c:pt>
                <c:pt idx="197">
                  <c:v>464.55599999999998</c:v>
                </c:pt>
                <c:pt idx="198">
                  <c:v>464.00299999999999</c:v>
                </c:pt>
                <c:pt idx="199">
                  <c:v>463.43900000000002</c:v>
                </c:pt>
                <c:pt idx="200">
                  <c:v>462.86500000000001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7-0E70-4B3A-AE39-A157C073ADB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924850687"/>
        <c:axId val="1924855967"/>
      </c:scatterChart>
      <c:valAx>
        <c:axId val="1924850687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sz="1200" b="1" i="0" u="none" strike="noStrike" kern="1200" baseline="0">
                    <a:solidFill>
                      <a:sysClr val="windowText" lastClr="000000">
                        <a:lumMod val="65000"/>
                        <a:lumOff val="35000"/>
                      </a:sysClr>
                    </a:solidFill>
                  </a:rPr>
                  <a:t>Lateral displacement at mid-height (mm)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924855967"/>
        <c:crosses val="autoZero"/>
        <c:crossBetween val="midCat"/>
      </c:valAx>
      <c:valAx>
        <c:axId val="1924855967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sz="1200" b="1" i="0" u="none" strike="noStrike" kern="1200" baseline="0">
                    <a:solidFill>
                      <a:sysClr val="windowText" lastClr="000000">
                        <a:lumMod val="65000"/>
                        <a:lumOff val="35000"/>
                      </a:sysClr>
                    </a:solidFill>
                  </a:rPr>
                  <a:t>Load (KN)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924850687"/>
        <c:crosses val="autoZero"/>
        <c:crossBetween val="midCat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2000" b="0" i="0" u="none" strike="noStrike" kern="1200" spc="0" baseline="0">
                <a:solidFill>
                  <a:sysClr val="windowText" lastClr="0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pPr>
            <a:r>
              <a:rPr lang="en-US" sz="200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Interaction curve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000" b="0" i="0" u="none" strike="noStrike" kern="1200" spc="0" baseline="0">
              <a:solidFill>
                <a:sysClr val="windowText" lastClr="00000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0.11953464834759038"/>
          <c:y val="9.250755211183527E-2"/>
          <c:w val="0.82179149568552035"/>
          <c:h val="0.7718700692060485"/>
        </c:manualLayout>
      </c:layout>
      <c:scatterChart>
        <c:scatterStyle val="lineMarker"/>
        <c:varyColors val="0"/>
        <c:ser>
          <c:idx val="0"/>
          <c:order val="0"/>
          <c:tx>
            <c:v>FE - Load combination = N</c:v>
          </c:tx>
          <c:spPr>
            <a:ln w="25400" cap="rnd">
              <a:noFill/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xVal>
            <c:numRef>
              <c:f>Data_graphs!$I$2:$I$145</c:f>
              <c:numCache>
                <c:formatCode>General</c:formatCode>
                <c:ptCount val="144"/>
                <c:pt idx="0">
                  <c:v>0.3</c:v>
                </c:pt>
                <c:pt idx="1">
                  <c:v>0.5</c:v>
                </c:pt>
                <c:pt idx="2">
                  <c:v>0.75</c:v>
                </c:pt>
                <c:pt idx="3">
                  <c:v>1</c:v>
                </c:pt>
                <c:pt idx="4">
                  <c:v>1.33</c:v>
                </c:pt>
                <c:pt idx="5">
                  <c:v>1.67</c:v>
                </c:pt>
                <c:pt idx="6">
                  <c:v>2</c:v>
                </c:pt>
                <c:pt idx="7">
                  <c:v>2.5</c:v>
                </c:pt>
                <c:pt idx="8">
                  <c:v>0.3</c:v>
                </c:pt>
                <c:pt idx="9">
                  <c:v>0.5</c:v>
                </c:pt>
                <c:pt idx="10">
                  <c:v>0.75</c:v>
                </c:pt>
                <c:pt idx="11">
                  <c:v>1</c:v>
                </c:pt>
                <c:pt idx="12">
                  <c:v>1.33</c:v>
                </c:pt>
                <c:pt idx="13">
                  <c:v>1.67</c:v>
                </c:pt>
                <c:pt idx="14">
                  <c:v>2</c:v>
                </c:pt>
                <c:pt idx="15">
                  <c:v>2.5</c:v>
                </c:pt>
                <c:pt idx="16">
                  <c:v>0.3</c:v>
                </c:pt>
                <c:pt idx="17">
                  <c:v>0.5</c:v>
                </c:pt>
                <c:pt idx="18">
                  <c:v>0.75</c:v>
                </c:pt>
                <c:pt idx="19">
                  <c:v>1</c:v>
                </c:pt>
                <c:pt idx="20">
                  <c:v>1.33</c:v>
                </c:pt>
                <c:pt idx="21">
                  <c:v>1.67</c:v>
                </c:pt>
                <c:pt idx="22">
                  <c:v>2</c:v>
                </c:pt>
                <c:pt idx="23">
                  <c:v>2.5</c:v>
                </c:pt>
                <c:pt idx="24">
                  <c:v>0.3</c:v>
                </c:pt>
                <c:pt idx="25">
                  <c:v>0.5</c:v>
                </c:pt>
                <c:pt idx="26">
                  <c:v>0.75</c:v>
                </c:pt>
                <c:pt idx="27">
                  <c:v>1</c:v>
                </c:pt>
                <c:pt idx="28">
                  <c:v>1.33</c:v>
                </c:pt>
                <c:pt idx="29">
                  <c:v>1.67</c:v>
                </c:pt>
                <c:pt idx="30">
                  <c:v>2</c:v>
                </c:pt>
                <c:pt idx="31">
                  <c:v>2.5</c:v>
                </c:pt>
                <c:pt idx="32">
                  <c:v>0.3</c:v>
                </c:pt>
                <c:pt idx="33">
                  <c:v>0.5</c:v>
                </c:pt>
                <c:pt idx="34">
                  <c:v>0.75</c:v>
                </c:pt>
                <c:pt idx="35">
                  <c:v>1</c:v>
                </c:pt>
                <c:pt idx="36">
                  <c:v>1.33</c:v>
                </c:pt>
                <c:pt idx="37">
                  <c:v>1.67</c:v>
                </c:pt>
                <c:pt idx="38">
                  <c:v>2</c:v>
                </c:pt>
                <c:pt idx="39">
                  <c:v>2.5</c:v>
                </c:pt>
                <c:pt idx="40">
                  <c:v>0.3</c:v>
                </c:pt>
                <c:pt idx="41">
                  <c:v>0.5</c:v>
                </c:pt>
                <c:pt idx="42">
                  <c:v>0.75</c:v>
                </c:pt>
                <c:pt idx="43">
                  <c:v>1</c:v>
                </c:pt>
                <c:pt idx="44">
                  <c:v>1.33</c:v>
                </c:pt>
                <c:pt idx="45">
                  <c:v>1.67</c:v>
                </c:pt>
                <c:pt idx="46">
                  <c:v>2</c:v>
                </c:pt>
                <c:pt idx="47">
                  <c:v>2.5</c:v>
                </c:pt>
                <c:pt idx="48">
                  <c:v>0.3</c:v>
                </c:pt>
                <c:pt idx="49">
                  <c:v>0.5</c:v>
                </c:pt>
                <c:pt idx="50">
                  <c:v>0.75</c:v>
                </c:pt>
                <c:pt idx="51">
                  <c:v>1</c:v>
                </c:pt>
                <c:pt idx="52">
                  <c:v>1.33</c:v>
                </c:pt>
                <c:pt idx="53">
                  <c:v>1.67</c:v>
                </c:pt>
                <c:pt idx="54">
                  <c:v>2</c:v>
                </c:pt>
                <c:pt idx="55">
                  <c:v>2.5</c:v>
                </c:pt>
                <c:pt idx="56">
                  <c:v>0.3</c:v>
                </c:pt>
                <c:pt idx="57">
                  <c:v>0.5</c:v>
                </c:pt>
                <c:pt idx="58">
                  <c:v>0.75</c:v>
                </c:pt>
                <c:pt idx="59">
                  <c:v>1</c:v>
                </c:pt>
                <c:pt idx="60">
                  <c:v>1.33</c:v>
                </c:pt>
                <c:pt idx="61">
                  <c:v>1.67</c:v>
                </c:pt>
                <c:pt idx="62">
                  <c:v>2</c:v>
                </c:pt>
                <c:pt idx="63">
                  <c:v>2.5</c:v>
                </c:pt>
                <c:pt idx="64">
                  <c:v>0.3</c:v>
                </c:pt>
                <c:pt idx="65">
                  <c:v>0.5</c:v>
                </c:pt>
                <c:pt idx="66">
                  <c:v>0.75</c:v>
                </c:pt>
                <c:pt idx="67">
                  <c:v>1</c:v>
                </c:pt>
                <c:pt idx="68">
                  <c:v>1.33</c:v>
                </c:pt>
                <c:pt idx="69">
                  <c:v>1.67</c:v>
                </c:pt>
                <c:pt idx="70">
                  <c:v>2</c:v>
                </c:pt>
                <c:pt idx="71">
                  <c:v>2.5</c:v>
                </c:pt>
                <c:pt idx="72">
                  <c:v>0.3</c:v>
                </c:pt>
                <c:pt idx="73">
                  <c:v>0.5</c:v>
                </c:pt>
                <c:pt idx="74">
                  <c:v>0.75</c:v>
                </c:pt>
                <c:pt idx="75">
                  <c:v>1</c:v>
                </c:pt>
                <c:pt idx="76">
                  <c:v>1.33</c:v>
                </c:pt>
                <c:pt idx="77">
                  <c:v>1.67</c:v>
                </c:pt>
                <c:pt idx="78">
                  <c:v>2</c:v>
                </c:pt>
                <c:pt idx="79">
                  <c:v>2.5</c:v>
                </c:pt>
                <c:pt idx="80">
                  <c:v>0.3</c:v>
                </c:pt>
                <c:pt idx="81">
                  <c:v>0.5</c:v>
                </c:pt>
                <c:pt idx="82">
                  <c:v>0.75</c:v>
                </c:pt>
                <c:pt idx="83">
                  <c:v>1</c:v>
                </c:pt>
                <c:pt idx="84">
                  <c:v>1.33</c:v>
                </c:pt>
                <c:pt idx="85">
                  <c:v>1.67</c:v>
                </c:pt>
                <c:pt idx="86">
                  <c:v>2</c:v>
                </c:pt>
                <c:pt idx="87">
                  <c:v>2.5</c:v>
                </c:pt>
                <c:pt idx="88">
                  <c:v>0.3</c:v>
                </c:pt>
                <c:pt idx="89">
                  <c:v>0.5</c:v>
                </c:pt>
                <c:pt idx="90">
                  <c:v>0.75</c:v>
                </c:pt>
                <c:pt idx="91">
                  <c:v>1</c:v>
                </c:pt>
                <c:pt idx="92">
                  <c:v>1.33</c:v>
                </c:pt>
                <c:pt idx="93">
                  <c:v>1.67</c:v>
                </c:pt>
                <c:pt idx="94">
                  <c:v>2</c:v>
                </c:pt>
                <c:pt idx="95">
                  <c:v>2.5</c:v>
                </c:pt>
                <c:pt idx="96">
                  <c:v>0.3</c:v>
                </c:pt>
                <c:pt idx="97">
                  <c:v>0.5</c:v>
                </c:pt>
                <c:pt idx="98">
                  <c:v>0.75</c:v>
                </c:pt>
                <c:pt idx="99">
                  <c:v>1</c:v>
                </c:pt>
                <c:pt idx="100">
                  <c:v>1.33</c:v>
                </c:pt>
                <c:pt idx="101">
                  <c:v>1.67</c:v>
                </c:pt>
                <c:pt idx="102">
                  <c:v>2</c:v>
                </c:pt>
                <c:pt idx="103">
                  <c:v>2.5</c:v>
                </c:pt>
                <c:pt idx="104">
                  <c:v>0.3</c:v>
                </c:pt>
                <c:pt idx="105">
                  <c:v>0.5</c:v>
                </c:pt>
                <c:pt idx="106">
                  <c:v>0.75</c:v>
                </c:pt>
                <c:pt idx="107">
                  <c:v>1</c:v>
                </c:pt>
                <c:pt idx="108">
                  <c:v>1.33</c:v>
                </c:pt>
                <c:pt idx="109">
                  <c:v>1.67</c:v>
                </c:pt>
                <c:pt idx="110">
                  <c:v>2</c:v>
                </c:pt>
                <c:pt idx="111">
                  <c:v>2.5</c:v>
                </c:pt>
                <c:pt idx="112">
                  <c:v>0.3</c:v>
                </c:pt>
                <c:pt idx="113">
                  <c:v>0.5</c:v>
                </c:pt>
                <c:pt idx="114">
                  <c:v>0.75</c:v>
                </c:pt>
                <c:pt idx="115">
                  <c:v>1</c:v>
                </c:pt>
                <c:pt idx="116">
                  <c:v>1.33</c:v>
                </c:pt>
                <c:pt idx="117">
                  <c:v>1.67</c:v>
                </c:pt>
                <c:pt idx="118">
                  <c:v>2</c:v>
                </c:pt>
                <c:pt idx="119">
                  <c:v>2.5</c:v>
                </c:pt>
                <c:pt idx="120">
                  <c:v>0.3</c:v>
                </c:pt>
                <c:pt idx="121">
                  <c:v>0.5</c:v>
                </c:pt>
                <c:pt idx="122">
                  <c:v>0.75</c:v>
                </c:pt>
                <c:pt idx="123">
                  <c:v>1</c:v>
                </c:pt>
                <c:pt idx="124">
                  <c:v>1.33</c:v>
                </c:pt>
                <c:pt idx="125">
                  <c:v>1.67</c:v>
                </c:pt>
                <c:pt idx="126">
                  <c:v>2</c:v>
                </c:pt>
                <c:pt idx="127">
                  <c:v>2.5</c:v>
                </c:pt>
                <c:pt idx="128">
                  <c:v>0.3</c:v>
                </c:pt>
                <c:pt idx="129">
                  <c:v>0.5</c:v>
                </c:pt>
                <c:pt idx="130">
                  <c:v>0.75</c:v>
                </c:pt>
                <c:pt idx="131">
                  <c:v>1</c:v>
                </c:pt>
                <c:pt idx="132">
                  <c:v>1.33</c:v>
                </c:pt>
                <c:pt idx="133">
                  <c:v>1.67</c:v>
                </c:pt>
                <c:pt idx="134">
                  <c:v>2</c:v>
                </c:pt>
                <c:pt idx="135">
                  <c:v>2.5</c:v>
                </c:pt>
                <c:pt idx="136">
                  <c:v>0.3</c:v>
                </c:pt>
                <c:pt idx="137">
                  <c:v>0.5</c:v>
                </c:pt>
                <c:pt idx="138">
                  <c:v>0.75</c:v>
                </c:pt>
                <c:pt idx="139">
                  <c:v>1</c:v>
                </c:pt>
                <c:pt idx="140">
                  <c:v>1.33</c:v>
                </c:pt>
                <c:pt idx="141">
                  <c:v>1.67</c:v>
                </c:pt>
                <c:pt idx="142">
                  <c:v>2</c:v>
                </c:pt>
                <c:pt idx="143">
                  <c:v>2.5</c:v>
                </c:pt>
              </c:numCache>
            </c:numRef>
          </c:xVal>
          <c:yVal>
            <c:numRef>
              <c:f>Data_graphs!$D$2:$D$145</c:f>
              <c:numCache>
                <c:formatCode>General</c:formatCode>
                <c:ptCount val="144"/>
                <c:pt idx="0">
                  <c:v>1.0445452837258726</c:v>
                </c:pt>
                <c:pt idx="1">
                  <c:v>0.96197560136423332</c:v>
                </c:pt>
                <c:pt idx="2">
                  <c:v>0.85650326670479504</c:v>
                </c:pt>
                <c:pt idx="3">
                  <c:v>0.74895251002805896</c:v>
                </c:pt>
                <c:pt idx="4">
                  <c:v>0.51408378645713715</c:v>
                </c:pt>
                <c:pt idx="5">
                  <c:v>0.34372717833825228</c:v>
                </c:pt>
                <c:pt idx="6">
                  <c:v>0.24487751500799163</c:v>
                </c:pt>
                <c:pt idx="7">
                  <c:v>0.15848997183426142</c:v>
                </c:pt>
                <c:pt idx="8">
                  <c:v>1.046619849620213</c:v>
                </c:pt>
                <c:pt idx="9">
                  <c:v>0.93451577068991476</c:v>
                </c:pt>
                <c:pt idx="10">
                  <c:v>0.85539360887492932</c:v>
                </c:pt>
                <c:pt idx="11">
                  <c:v>0.74792045514459393</c:v>
                </c:pt>
                <c:pt idx="12">
                  <c:v>0.51297611611421157</c:v>
                </c:pt>
                <c:pt idx="13">
                  <c:v>0.34278270630913976</c:v>
                </c:pt>
                <c:pt idx="14">
                  <c:v>0.24409950682520334</c:v>
                </c:pt>
                <c:pt idx="15">
                  <c:v>0.15781817803399489</c:v>
                </c:pt>
                <c:pt idx="16">
                  <c:v>1.0495649196349235</c:v>
                </c:pt>
                <c:pt idx="17">
                  <c:v>0.94421739317532427</c:v>
                </c:pt>
                <c:pt idx="18">
                  <c:v>0.856073274295722</c:v>
                </c:pt>
                <c:pt idx="19">
                  <c:v>0.74822590636570929</c:v>
                </c:pt>
                <c:pt idx="20">
                  <c:v>0.51283093602072116</c:v>
                </c:pt>
                <c:pt idx="21">
                  <c:v>0.34257880343929148</c:v>
                </c:pt>
                <c:pt idx="22">
                  <c:v>0.24390668635338844</c:v>
                </c:pt>
                <c:pt idx="23">
                  <c:v>0.15763196814682243</c:v>
                </c:pt>
                <c:pt idx="24">
                  <c:v>1.055709313589839</c:v>
                </c:pt>
                <c:pt idx="25">
                  <c:v>0.95395468152325491</c:v>
                </c:pt>
                <c:pt idx="26">
                  <c:v>0.85884594245484192</c:v>
                </c:pt>
                <c:pt idx="27">
                  <c:v>0.7425424324423664</c:v>
                </c:pt>
                <c:pt idx="28">
                  <c:v>0.51305870682232191</c:v>
                </c:pt>
                <c:pt idx="29">
                  <c:v>0.34262167717390868</c:v>
                </c:pt>
                <c:pt idx="30">
                  <c:v>0.24388500498809162</c:v>
                </c:pt>
                <c:pt idx="31">
                  <c:v>0.15821130984103315</c:v>
                </c:pt>
                <c:pt idx="32">
                  <c:v>1.0649531671313468</c:v>
                </c:pt>
                <c:pt idx="33">
                  <c:v>0.98039199456731752</c:v>
                </c:pt>
                <c:pt idx="34">
                  <c:v>0.86410892705775522</c:v>
                </c:pt>
                <c:pt idx="35">
                  <c:v>0.74467506580526599</c:v>
                </c:pt>
                <c:pt idx="36">
                  <c:v>0.51417814092323599</c:v>
                </c:pt>
                <c:pt idx="37">
                  <c:v>0.34321434913290416</c:v>
                </c:pt>
                <c:pt idx="38">
                  <c:v>0.24427596025345175</c:v>
                </c:pt>
                <c:pt idx="39">
                  <c:v>0.15840056781587511</c:v>
                </c:pt>
                <c:pt idx="40">
                  <c:v>1.0748632022197855</c:v>
                </c:pt>
                <c:pt idx="41">
                  <c:v>0.98935251551266434</c:v>
                </c:pt>
                <c:pt idx="42">
                  <c:v>0.87043852692303869</c:v>
                </c:pt>
                <c:pt idx="43">
                  <c:v>0.74787218636230246</c:v>
                </c:pt>
                <c:pt idx="44">
                  <c:v>0.51577244778626485</c:v>
                </c:pt>
                <c:pt idx="45">
                  <c:v>0.34429861824517893</c:v>
                </c:pt>
                <c:pt idx="46">
                  <c:v>0.24500861628081685</c:v>
                </c:pt>
                <c:pt idx="47">
                  <c:v>0.15882874384918752</c:v>
                </c:pt>
                <c:pt idx="48">
                  <c:v>1.1288594382630501</c:v>
                </c:pt>
                <c:pt idx="49">
                  <c:v>1.013708756618483</c:v>
                </c:pt>
                <c:pt idx="50">
                  <c:v>0.87829813540246293</c:v>
                </c:pt>
                <c:pt idx="51">
                  <c:v>0.7476396868504378</c:v>
                </c:pt>
                <c:pt idx="52">
                  <c:v>0.51010477648740427</c:v>
                </c:pt>
                <c:pt idx="53">
                  <c:v>0.34092105036732595</c:v>
                </c:pt>
                <c:pt idx="54">
                  <c:v>0.24252106947453211</c:v>
                </c:pt>
                <c:pt idx="55">
                  <c:v>0.15625734556509394</c:v>
                </c:pt>
                <c:pt idx="56">
                  <c:v>1.1348065271601597</c:v>
                </c:pt>
                <c:pt idx="57">
                  <c:v>1.0182271885406846</c:v>
                </c:pt>
                <c:pt idx="58">
                  <c:v>0.87849827011820647</c:v>
                </c:pt>
                <c:pt idx="59">
                  <c:v>0.74608311976909802</c:v>
                </c:pt>
                <c:pt idx="60">
                  <c:v>0.50925412868036102</c:v>
                </c:pt>
                <c:pt idx="61">
                  <c:v>0.34020170529860377</c:v>
                </c:pt>
                <c:pt idx="62">
                  <c:v>0.24186077146349108</c:v>
                </c:pt>
                <c:pt idx="63">
                  <c:v>0.15573429258933713</c:v>
                </c:pt>
                <c:pt idx="64">
                  <c:v>1.1393624365751818</c:v>
                </c:pt>
                <c:pt idx="65">
                  <c:v>1.021748482501377</c:v>
                </c:pt>
                <c:pt idx="66">
                  <c:v>0.87982193338668913</c:v>
                </c:pt>
                <c:pt idx="67">
                  <c:v>0.74612631489127557</c:v>
                </c:pt>
                <c:pt idx="68">
                  <c:v>0.50923907296696169</c:v>
                </c:pt>
                <c:pt idx="69">
                  <c:v>0.34012590497523976</c:v>
                </c:pt>
                <c:pt idx="70">
                  <c:v>0.2417340928977057</c:v>
                </c:pt>
                <c:pt idx="71">
                  <c:v>0.15563021185971823</c:v>
                </c:pt>
                <c:pt idx="72">
                  <c:v>1.1472152963185571</c:v>
                </c:pt>
                <c:pt idx="73">
                  <c:v>1.0287905475805508</c:v>
                </c:pt>
                <c:pt idx="74">
                  <c:v>0.88330492091573898</c:v>
                </c:pt>
                <c:pt idx="75">
                  <c:v>0.7471066233190895</c:v>
                </c:pt>
                <c:pt idx="76">
                  <c:v>0.50972482009077624</c:v>
                </c:pt>
                <c:pt idx="77">
                  <c:v>0.34035318903088446</c:v>
                </c:pt>
                <c:pt idx="78">
                  <c:v>0.24178946291098924</c:v>
                </c:pt>
                <c:pt idx="79">
                  <c:v>0.15564472947856078</c:v>
                </c:pt>
                <c:pt idx="80">
                  <c:v>1.1604893665115708</c:v>
                </c:pt>
                <c:pt idx="81">
                  <c:v>1.0388483998377638</c:v>
                </c:pt>
                <c:pt idx="82">
                  <c:v>0.88932312692639359</c:v>
                </c:pt>
                <c:pt idx="83">
                  <c:v>0.74968425806393879</c:v>
                </c:pt>
                <c:pt idx="84">
                  <c:v>0.51095172964281299</c:v>
                </c:pt>
                <c:pt idx="85">
                  <c:v>0.34115683835467658</c:v>
                </c:pt>
                <c:pt idx="86">
                  <c:v>0.24225476482573904</c:v>
                </c:pt>
                <c:pt idx="87">
                  <c:v>0.15592593543012154</c:v>
                </c:pt>
                <c:pt idx="88">
                  <c:v>1.171181802391589</c:v>
                </c:pt>
                <c:pt idx="89">
                  <c:v>1.0485559542163709</c:v>
                </c:pt>
                <c:pt idx="90">
                  <c:v>0.89607657884985892</c:v>
                </c:pt>
                <c:pt idx="91">
                  <c:v>0.75338774772404538</c:v>
                </c:pt>
                <c:pt idx="92">
                  <c:v>0.5128394270725648</c:v>
                </c:pt>
                <c:pt idx="93">
                  <c:v>0.34231417657122359</c:v>
                </c:pt>
                <c:pt idx="94">
                  <c:v>0.24303021306316197</c:v>
                </c:pt>
                <c:pt idx="95">
                  <c:v>0.15642704316798575</c:v>
                </c:pt>
                <c:pt idx="96">
                  <c:v>1.0338904217665732</c:v>
                </c:pt>
                <c:pt idx="97">
                  <c:v>0.89568278674446744</c:v>
                </c:pt>
                <c:pt idx="98">
                  <c:v>0.72003318741785238</c:v>
                </c:pt>
                <c:pt idx="99">
                  <c:v>0.63811999725128876</c:v>
                </c:pt>
                <c:pt idx="100">
                  <c:v>0.47507228222415249</c:v>
                </c:pt>
                <c:pt idx="101">
                  <c:v>0.32258419414239803</c:v>
                </c:pt>
                <c:pt idx="102">
                  <c:v>0.22357141339706507</c:v>
                </c:pt>
                <c:pt idx="103">
                  <c:v>0.14234421210503867</c:v>
                </c:pt>
                <c:pt idx="104">
                  <c:v>1.0414185197047292</c:v>
                </c:pt>
                <c:pt idx="105">
                  <c:v>0.90221717150189484</c:v>
                </c:pt>
                <c:pt idx="106">
                  <c:v>0.72078022492117311</c:v>
                </c:pt>
                <c:pt idx="107">
                  <c:v>0.63721444236848779</c:v>
                </c:pt>
                <c:pt idx="108">
                  <c:v>0.47441950950749628</c:v>
                </c:pt>
                <c:pt idx="109">
                  <c:v>0.32190123322889064</c:v>
                </c:pt>
                <c:pt idx="110">
                  <c:v>0.22307198595407918</c:v>
                </c:pt>
                <c:pt idx="111">
                  <c:v>0.14205354301286707</c:v>
                </c:pt>
                <c:pt idx="112">
                  <c:v>1.0466686629353739</c:v>
                </c:pt>
                <c:pt idx="113">
                  <c:v>0.90651401721042757</c:v>
                </c:pt>
                <c:pt idx="114">
                  <c:v>0.72159265297518183</c:v>
                </c:pt>
                <c:pt idx="115">
                  <c:v>0.63748441188209959</c:v>
                </c:pt>
                <c:pt idx="116">
                  <c:v>0.47447112909629291</c:v>
                </c:pt>
                <c:pt idx="117">
                  <c:v>0.32180875683438676</c:v>
                </c:pt>
                <c:pt idx="118">
                  <c:v>0.22302938608239906</c:v>
                </c:pt>
                <c:pt idx="119">
                  <c:v>0.1420410533253128</c:v>
                </c:pt>
                <c:pt idx="120">
                  <c:v>1.0557219139250815</c:v>
                </c:pt>
                <c:pt idx="121">
                  <c:v>0.91435545672360263</c:v>
                </c:pt>
                <c:pt idx="122">
                  <c:v>0.72619171371937186</c:v>
                </c:pt>
                <c:pt idx="123">
                  <c:v>0.63869896113936353</c:v>
                </c:pt>
                <c:pt idx="124">
                  <c:v>0.47501053508408175</c:v>
                </c:pt>
                <c:pt idx="125">
                  <c:v>0.32205888788737613</c:v>
                </c:pt>
                <c:pt idx="126">
                  <c:v>0.22322129895775125</c:v>
                </c:pt>
                <c:pt idx="127">
                  <c:v>0.14220237315996784</c:v>
                </c:pt>
                <c:pt idx="128">
                  <c:v>1.06684190511447</c:v>
                </c:pt>
                <c:pt idx="129">
                  <c:v>0.92449292062687372</c:v>
                </c:pt>
                <c:pt idx="130">
                  <c:v>0.7272317936445527</c:v>
                </c:pt>
                <c:pt idx="131">
                  <c:v>0.64148984599795222</c:v>
                </c:pt>
                <c:pt idx="132">
                  <c:v>0.47648057224986196</c:v>
                </c:pt>
                <c:pt idx="133">
                  <c:v>0.32282750637696261</c:v>
                </c:pt>
                <c:pt idx="134">
                  <c:v>0.2238573564203547</c:v>
                </c:pt>
                <c:pt idx="135">
                  <c:v>0.14264623796162224</c:v>
                </c:pt>
                <c:pt idx="136">
                  <c:v>1.0788359032234938</c:v>
                </c:pt>
                <c:pt idx="137">
                  <c:v>0.93465244226250221</c:v>
                </c:pt>
                <c:pt idx="138">
                  <c:v>0.74023901546435023</c:v>
                </c:pt>
                <c:pt idx="139">
                  <c:v>0.64524468622447506</c:v>
                </c:pt>
                <c:pt idx="140">
                  <c:v>0.47860450346298195</c:v>
                </c:pt>
                <c:pt idx="141">
                  <c:v>0.32406277938969347</c:v>
                </c:pt>
                <c:pt idx="142">
                  <c:v>0.22483118510972766</c:v>
                </c:pt>
                <c:pt idx="143">
                  <c:v>0.14331896647601899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2093-48E5-B715-CC0352559B1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508305824"/>
        <c:axId val="508308120"/>
      </c:scatterChart>
      <c:scatterChart>
        <c:scatterStyle val="smoothMarker"/>
        <c:varyColors val="0"/>
        <c:ser>
          <c:idx val="1"/>
          <c:order val="1"/>
          <c:tx>
            <c:v>Buckling curve b</c:v>
          </c:tx>
          <c:spPr>
            <a:ln w="25400" cap="rnd" cmpd="sng" algn="ctr">
              <a:solidFill>
                <a:sysClr val="windowText" lastClr="000000">
                  <a:lumMod val="100000"/>
                </a:sysClr>
              </a:solidFill>
              <a:prstDash val="dash"/>
              <a:round/>
              <a:headEnd type="none" w="med" len="med"/>
              <a:tailEnd type="none" w="med" len="med"/>
            </a:ln>
            <a:effectLst/>
          </c:spPr>
          <c:marker>
            <c:symbol val="none"/>
          </c:marker>
          <c:xVal>
            <c:numRef>
              <c:f>General_data_graphs!$E$24:$E$224</c:f>
              <c:numCache>
                <c:formatCode>General</c:formatCode>
                <c:ptCount val="201"/>
                <c:pt idx="0">
                  <c:v>0</c:v>
                </c:pt>
                <c:pt idx="1">
                  <c:v>1.4999999999999999E-2</c:v>
                </c:pt>
                <c:pt idx="2">
                  <c:v>0.03</c:v>
                </c:pt>
                <c:pt idx="3">
                  <c:v>4.4999999999999998E-2</c:v>
                </c:pt>
                <c:pt idx="4">
                  <c:v>0.06</c:v>
                </c:pt>
                <c:pt idx="5">
                  <c:v>7.4999999999999997E-2</c:v>
                </c:pt>
                <c:pt idx="6">
                  <c:v>0.09</c:v>
                </c:pt>
                <c:pt idx="7">
                  <c:v>0.105</c:v>
                </c:pt>
                <c:pt idx="8">
                  <c:v>0.12</c:v>
                </c:pt>
                <c:pt idx="9">
                  <c:v>0.13500000000000001</c:v>
                </c:pt>
                <c:pt idx="10">
                  <c:v>0.15</c:v>
                </c:pt>
                <c:pt idx="11">
                  <c:v>0.16499999999999998</c:v>
                </c:pt>
                <c:pt idx="12">
                  <c:v>0.18</c:v>
                </c:pt>
                <c:pt idx="13">
                  <c:v>0.19500000000000001</c:v>
                </c:pt>
                <c:pt idx="14">
                  <c:v>0.21</c:v>
                </c:pt>
                <c:pt idx="15">
                  <c:v>0.22499999999999998</c:v>
                </c:pt>
                <c:pt idx="16">
                  <c:v>0.24</c:v>
                </c:pt>
                <c:pt idx="17">
                  <c:v>0.255</c:v>
                </c:pt>
                <c:pt idx="18">
                  <c:v>0.27</c:v>
                </c:pt>
                <c:pt idx="19">
                  <c:v>0.28499999999999998</c:v>
                </c:pt>
                <c:pt idx="20">
                  <c:v>0.3</c:v>
                </c:pt>
                <c:pt idx="21">
                  <c:v>0.315</c:v>
                </c:pt>
                <c:pt idx="22">
                  <c:v>0.32999999999999996</c:v>
                </c:pt>
                <c:pt idx="23">
                  <c:v>0.34499999999999997</c:v>
                </c:pt>
                <c:pt idx="24">
                  <c:v>0.36</c:v>
                </c:pt>
                <c:pt idx="25">
                  <c:v>0.375</c:v>
                </c:pt>
                <c:pt idx="26">
                  <c:v>0.39</c:v>
                </c:pt>
                <c:pt idx="27">
                  <c:v>0.40499999999999997</c:v>
                </c:pt>
                <c:pt idx="28">
                  <c:v>0.42</c:v>
                </c:pt>
                <c:pt idx="29">
                  <c:v>0.435</c:v>
                </c:pt>
                <c:pt idx="30">
                  <c:v>0.44999999999999996</c:v>
                </c:pt>
                <c:pt idx="31">
                  <c:v>0.46499999999999997</c:v>
                </c:pt>
                <c:pt idx="32">
                  <c:v>0.48</c:v>
                </c:pt>
                <c:pt idx="33">
                  <c:v>0.495</c:v>
                </c:pt>
                <c:pt idx="34">
                  <c:v>0.51</c:v>
                </c:pt>
                <c:pt idx="35">
                  <c:v>0.52500000000000002</c:v>
                </c:pt>
                <c:pt idx="36">
                  <c:v>0.54</c:v>
                </c:pt>
                <c:pt idx="37">
                  <c:v>0.55499999999999994</c:v>
                </c:pt>
                <c:pt idx="38">
                  <c:v>0.56999999999999995</c:v>
                </c:pt>
                <c:pt idx="39">
                  <c:v>0.58499999999999996</c:v>
                </c:pt>
                <c:pt idx="40">
                  <c:v>0.6</c:v>
                </c:pt>
                <c:pt idx="41">
                  <c:v>0.61499999999999999</c:v>
                </c:pt>
                <c:pt idx="42">
                  <c:v>0.63</c:v>
                </c:pt>
                <c:pt idx="43">
                  <c:v>0.64500000000000002</c:v>
                </c:pt>
                <c:pt idx="44">
                  <c:v>0.65999999999999992</c:v>
                </c:pt>
                <c:pt idx="45">
                  <c:v>0.67499999999999993</c:v>
                </c:pt>
                <c:pt idx="46">
                  <c:v>0.69</c:v>
                </c:pt>
                <c:pt idx="47">
                  <c:v>0.70499999999999996</c:v>
                </c:pt>
                <c:pt idx="48">
                  <c:v>0.72</c:v>
                </c:pt>
                <c:pt idx="49">
                  <c:v>0.73499999999999999</c:v>
                </c:pt>
                <c:pt idx="50">
                  <c:v>0.75</c:v>
                </c:pt>
                <c:pt idx="51">
                  <c:v>0.76500000000000001</c:v>
                </c:pt>
                <c:pt idx="52">
                  <c:v>0.78</c:v>
                </c:pt>
                <c:pt idx="53">
                  <c:v>0.79499999999999993</c:v>
                </c:pt>
                <c:pt idx="54">
                  <c:v>0.80999999999999994</c:v>
                </c:pt>
                <c:pt idx="55">
                  <c:v>0.82499999999999996</c:v>
                </c:pt>
                <c:pt idx="56">
                  <c:v>0.84</c:v>
                </c:pt>
                <c:pt idx="57">
                  <c:v>0.85499999999999998</c:v>
                </c:pt>
                <c:pt idx="58">
                  <c:v>0.87</c:v>
                </c:pt>
                <c:pt idx="59">
                  <c:v>0.88500000000000001</c:v>
                </c:pt>
                <c:pt idx="60">
                  <c:v>0.89999999999999991</c:v>
                </c:pt>
                <c:pt idx="61">
                  <c:v>0.91499999999999992</c:v>
                </c:pt>
                <c:pt idx="62">
                  <c:v>0.92999999999999994</c:v>
                </c:pt>
                <c:pt idx="63">
                  <c:v>0.94499999999999995</c:v>
                </c:pt>
                <c:pt idx="64">
                  <c:v>0.96</c:v>
                </c:pt>
                <c:pt idx="65">
                  <c:v>0.97499999999999998</c:v>
                </c:pt>
                <c:pt idx="66">
                  <c:v>0.99</c:v>
                </c:pt>
                <c:pt idx="67">
                  <c:v>1.0049999999999999</c:v>
                </c:pt>
                <c:pt idx="68">
                  <c:v>1.02</c:v>
                </c:pt>
                <c:pt idx="69">
                  <c:v>1.0349999999999999</c:v>
                </c:pt>
                <c:pt idx="70">
                  <c:v>1.05</c:v>
                </c:pt>
                <c:pt idx="71">
                  <c:v>1.0649999999999999</c:v>
                </c:pt>
                <c:pt idx="72">
                  <c:v>1.08</c:v>
                </c:pt>
                <c:pt idx="73">
                  <c:v>1.095</c:v>
                </c:pt>
                <c:pt idx="74">
                  <c:v>1.1099999999999999</c:v>
                </c:pt>
                <c:pt idx="75">
                  <c:v>1.125</c:v>
                </c:pt>
                <c:pt idx="76">
                  <c:v>1.1399999999999999</c:v>
                </c:pt>
                <c:pt idx="77">
                  <c:v>1.155</c:v>
                </c:pt>
                <c:pt idx="78">
                  <c:v>1.17</c:v>
                </c:pt>
                <c:pt idx="79">
                  <c:v>1.1850000000000001</c:v>
                </c:pt>
                <c:pt idx="80">
                  <c:v>1.2</c:v>
                </c:pt>
                <c:pt idx="81">
                  <c:v>1.2149999999999999</c:v>
                </c:pt>
                <c:pt idx="82">
                  <c:v>1.23</c:v>
                </c:pt>
                <c:pt idx="83">
                  <c:v>1.2449999999999999</c:v>
                </c:pt>
                <c:pt idx="84">
                  <c:v>1.26</c:v>
                </c:pt>
                <c:pt idx="85">
                  <c:v>1.2749999999999999</c:v>
                </c:pt>
                <c:pt idx="86">
                  <c:v>1.29</c:v>
                </c:pt>
                <c:pt idx="87">
                  <c:v>1.3049999999999999</c:v>
                </c:pt>
                <c:pt idx="88">
                  <c:v>1.3199999999999998</c:v>
                </c:pt>
                <c:pt idx="89">
                  <c:v>1.335</c:v>
                </c:pt>
                <c:pt idx="90">
                  <c:v>1.3499999999999999</c:v>
                </c:pt>
                <c:pt idx="91">
                  <c:v>1.365</c:v>
                </c:pt>
                <c:pt idx="92">
                  <c:v>1.38</c:v>
                </c:pt>
                <c:pt idx="93">
                  <c:v>1.395</c:v>
                </c:pt>
                <c:pt idx="94">
                  <c:v>1.41</c:v>
                </c:pt>
                <c:pt idx="95">
                  <c:v>1.425</c:v>
                </c:pt>
                <c:pt idx="96">
                  <c:v>1.44</c:v>
                </c:pt>
                <c:pt idx="97">
                  <c:v>1.4549999999999998</c:v>
                </c:pt>
                <c:pt idx="98">
                  <c:v>1.47</c:v>
                </c:pt>
                <c:pt idx="99">
                  <c:v>1.4849999999999999</c:v>
                </c:pt>
                <c:pt idx="100">
                  <c:v>1.5</c:v>
                </c:pt>
                <c:pt idx="101">
                  <c:v>1.5149999999999999</c:v>
                </c:pt>
                <c:pt idx="102">
                  <c:v>1.53</c:v>
                </c:pt>
                <c:pt idx="103">
                  <c:v>1.5449999999999999</c:v>
                </c:pt>
                <c:pt idx="104">
                  <c:v>1.56</c:v>
                </c:pt>
                <c:pt idx="105">
                  <c:v>1.575</c:v>
                </c:pt>
                <c:pt idx="106">
                  <c:v>1.5899999999999999</c:v>
                </c:pt>
                <c:pt idx="107">
                  <c:v>1.605</c:v>
                </c:pt>
                <c:pt idx="108">
                  <c:v>1.6199999999999999</c:v>
                </c:pt>
                <c:pt idx="109">
                  <c:v>1.635</c:v>
                </c:pt>
                <c:pt idx="110">
                  <c:v>1.65</c:v>
                </c:pt>
                <c:pt idx="111">
                  <c:v>1.665</c:v>
                </c:pt>
                <c:pt idx="112">
                  <c:v>1.68</c:v>
                </c:pt>
                <c:pt idx="113">
                  <c:v>1.6949999999999998</c:v>
                </c:pt>
                <c:pt idx="114">
                  <c:v>1.71</c:v>
                </c:pt>
                <c:pt idx="115">
                  <c:v>1.7249999999999999</c:v>
                </c:pt>
                <c:pt idx="116">
                  <c:v>1.74</c:v>
                </c:pt>
                <c:pt idx="117">
                  <c:v>1.7549999999999999</c:v>
                </c:pt>
                <c:pt idx="118">
                  <c:v>1.77</c:v>
                </c:pt>
                <c:pt idx="119">
                  <c:v>1.7849999999999999</c:v>
                </c:pt>
                <c:pt idx="120">
                  <c:v>1.7999999999999998</c:v>
                </c:pt>
                <c:pt idx="121">
                  <c:v>1.8149999999999999</c:v>
                </c:pt>
                <c:pt idx="122">
                  <c:v>1.8299999999999998</c:v>
                </c:pt>
                <c:pt idx="123">
                  <c:v>1.845</c:v>
                </c:pt>
                <c:pt idx="124">
                  <c:v>1.8599999999999999</c:v>
                </c:pt>
                <c:pt idx="125">
                  <c:v>1.875</c:v>
                </c:pt>
                <c:pt idx="126">
                  <c:v>1.89</c:v>
                </c:pt>
                <c:pt idx="127">
                  <c:v>1.905</c:v>
                </c:pt>
                <c:pt idx="128">
                  <c:v>1.92</c:v>
                </c:pt>
                <c:pt idx="129">
                  <c:v>1.9349999999999998</c:v>
                </c:pt>
                <c:pt idx="130">
                  <c:v>1.95</c:v>
                </c:pt>
                <c:pt idx="131">
                  <c:v>1.9649999999999999</c:v>
                </c:pt>
                <c:pt idx="132">
                  <c:v>1.98</c:v>
                </c:pt>
                <c:pt idx="133">
                  <c:v>1.9949999999999999</c:v>
                </c:pt>
                <c:pt idx="134">
                  <c:v>2.0099999999999998</c:v>
                </c:pt>
                <c:pt idx="135">
                  <c:v>2.0249999999999999</c:v>
                </c:pt>
                <c:pt idx="136">
                  <c:v>2.04</c:v>
                </c:pt>
                <c:pt idx="137">
                  <c:v>2.0549999999999997</c:v>
                </c:pt>
                <c:pt idx="138">
                  <c:v>2.0699999999999998</c:v>
                </c:pt>
                <c:pt idx="139">
                  <c:v>2.085</c:v>
                </c:pt>
                <c:pt idx="140">
                  <c:v>2.1</c:v>
                </c:pt>
                <c:pt idx="141">
                  <c:v>2.1149999999999998</c:v>
                </c:pt>
                <c:pt idx="142">
                  <c:v>2.13</c:v>
                </c:pt>
                <c:pt idx="143">
                  <c:v>2.145</c:v>
                </c:pt>
                <c:pt idx="144">
                  <c:v>2.16</c:v>
                </c:pt>
                <c:pt idx="145">
                  <c:v>2.1749999999999998</c:v>
                </c:pt>
                <c:pt idx="146">
                  <c:v>2.19</c:v>
                </c:pt>
                <c:pt idx="147">
                  <c:v>2.2050000000000001</c:v>
                </c:pt>
                <c:pt idx="148">
                  <c:v>2.2199999999999998</c:v>
                </c:pt>
                <c:pt idx="149">
                  <c:v>2.2349999999999999</c:v>
                </c:pt>
                <c:pt idx="150">
                  <c:v>2.25</c:v>
                </c:pt>
                <c:pt idx="151">
                  <c:v>2.2650000000000001</c:v>
                </c:pt>
                <c:pt idx="152">
                  <c:v>2.2799999999999998</c:v>
                </c:pt>
                <c:pt idx="153">
                  <c:v>2.2949999999999999</c:v>
                </c:pt>
                <c:pt idx="154">
                  <c:v>2.31</c:v>
                </c:pt>
                <c:pt idx="155">
                  <c:v>2.3249999999999997</c:v>
                </c:pt>
                <c:pt idx="156">
                  <c:v>2.34</c:v>
                </c:pt>
                <c:pt idx="157">
                  <c:v>2.355</c:v>
                </c:pt>
                <c:pt idx="158">
                  <c:v>2.37</c:v>
                </c:pt>
                <c:pt idx="159">
                  <c:v>2.3849999999999998</c:v>
                </c:pt>
                <c:pt idx="160">
                  <c:v>2.4</c:v>
                </c:pt>
                <c:pt idx="161">
                  <c:v>2.415</c:v>
                </c:pt>
                <c:pt idx="162">
                  <c:v>2.4299999999999997</c:v>
                </c:pt>
                <c:pt idx="163">
                  <c:v>2.4449999999999998</c:v>
                </c:pt>
                <c:pt idx="164">
                  <c:v>2.46</c:v>
                </c:pt>
                <c:pt idx="165">
                  <c:v>2.4750000000000001</c:v>
                </c:pt>
                <c:pt idx="166">
                  <c:v>2.4899999999999998</c:v>
                </c:pt>
                <c:pt idx="167">
                  <c:v>2.5049999999999999</c:v>
                </c:pt>
                <c:pt idx="168">
                  <c:v>2.52</c:v>
                </c:pt>
                <c:pt idx="169">
                  <c:v>2.5349999999999997</c:v>
                </c:pt>
                <c:pt idx="170">
                  <c:v>2.5499999999999998</c:v>
                </c:pt>
                <c:pt idx="171">
                  <c:v>2.5649999999999999</c:v>
                </c:pt>
                <c:pt idx="172">
                  <c:v>2.58</c:v>
                </c:pt>
                <c:pt idx="173">
                  <c:v>2.5949999999999998</c:v>
                </c:pt>
                <c:pt idx="174">
                  <c:v>2.61</c:v>
                </c:pt>
                <c:pt idx="175">
                  <c:v>2.625</c:v>
                </c:pt>
                <c:pt idx="176">
                  <c:v>2.6399999999999997</c:v>
                </c:pt>
                <c:pt idx="177">
                  <c:v>2.6549999999999998</c:v>
                </c:pt>
                <c:pt idx="178">
                  <c:v>2.67</c:v>
                </c:pt>
                <c:pt idx="179">
                  <c:v>2.6850000000000001</c:v>
                </c:pt>
                <c:pt idx="180">
                  <c:v>2.6999999999999997</c:v>
                </c:pt>
                <c:pt idx="181">
                  <c:v>2.7149999999999999</c:v>
                </c:pt>
                <c:pt idx="182">
                  <c:v>2.73</c:v>
                </c:pt>
                <c:pt idx="183">
                  <c:v>2.7450000000000001</c:v>
                </c:pt>
                <c:pt idx="184">
                  <c:v>2.76</c:v>
                </c:pt>
                <c:pt idx="185">
                  <c:v>2.7749999999999999</c:v>
                </c:pt>
                <c:pt idx="186">
                  <c:v>2.79</c:v>
                </c:pt>
                <c:pt idx="187">
                  <c:v>2.8049999999999997</c:v>
                </c:pt>
                <c:pt idx="188">
                  <c:v>2.82</c:v>
                </c:pt>
                <c:pt idx="189">
                  <c:v>2.835</c:v>
                </c:pt>
                <c:pt idx="190">
                  <c:v>2.85</c:v>
                </c:pt>
                <c:pt idx="191">
                  <c:v>2.8649999999999998</c:v>
                </c:pt>
                <c:pt idx="192">
                  <c:v>2.88</c:v>
                </c:pt>
                <c:pt idx="193">
                  <c:v>2.895</c:v>
                </c:pt>
                <c:pt idx="194">
                  <c:v>2.9099999999999997</c:v>
                </c:pt>
                <c:pt idx="195">
                  <c:v>2.9249999999999998</c:v>
                </c:pt>
                <c:pt idx="196">
                  <c:v>2.94</c:v>
                </c:pt>
                <c:pt idx="197">
                  <c:v>2.9550000000000001</c:v>
                </c:pt>
                <c:pt idx="198">
                  <c:v>2.9699999999999998</c:v>
                </c:pt>
                <c:pt idx="199">
                  <c:v>2.9849999999999999</c:v>
                </c:pt>
                <c:pt idx="200">
                  <c:v>3</c:v>
                </c:pt>
              </c:numCache>
            </c:numRef>
          </c:xVal>
          <c:yVal>
            <c:numRef>
              <c:f>General_data_graphs!$F$24:$F$224</c:f>
              <c:numCache>
                <c:formatCode>General</c:formatCode>
                <c:ptCount val="201"/>
                <c:pt idx="0">
                  <c:v>1</c:v>
                </c:pt>
                <c:pt idx="1">
                  <c:v>1</c:v>
                </c:pt>
                <c:pt idx="2">
                  <c:v>1</c:v>
                </c:pt>
                <c:pt idx="3">
                  <c:v>1</c:v>
                </c:pt>
                <c:pt idx="4">
                  <c:v>1</c:v>
                </c:pt>
                <c:pt idx="5">
                  <c:v>1</c:v>
                </c:pt>
                <c:pt idx="6">
                  <c:v>1</c:v>
                </c:pt>
                <c:pt idx="7">
                  <c:v>1</c:v>
                </c:pt>
                <c:pt idx="8">
                  <c:v>1</c:v>
                </c:pt>
                <c:pt idx="9">
                  <c:v>1</c:v>
                </c:pt>
                <c:pt idx="10">
                  <c:v>1</c:v>
                </c:pt>
                <c:pt idx="11">
                  <c:v>1</c:v>
                </c:pt>
                <c:pt idx="12">
                  <c:v>1</c:v>
                </c:pt>
                <c:pt idx="13">
                  <c:v>1</c:v>
                </c:pt>
                <c:pt idx="14">
                  <c:v>0.9964563262704017</c:v>
                </c:pt>
                <c:pt idx="15">
                  <c:v>0.99113034864148053</c:v>
                </c:pt>
                <c:pt idx="16">
                  <c:v>0.98578623117000286</c:v>
                </c:pt>
                <c:pt idx="17">
                  <c:v>0.98041778874503482</c:v>
                </c:pt>
                <c:pt idx="18">
                  <c:v>0.97501892265540446</c:v>
                </c:pt>
                <c:pt idx="19">
                  <c:v>0.96958360816584765</c:v>
                </c:pt>
                <c:pt idx="20">
                  <c:v>0.96410588440475942</c:v>
                </c:pt>
                <c:pt idx="21">
                  <c:v>0.95857984657366768</c:v>
                </c:pt>
                <c:pt idx="22">
                  <c:v>0.95299964052159802</c:v>
                </c:pt>
                <c:pt idx="23">
                  <c:v>0.94735945975805069</c:v>
                </c:pt>
                <c:pt idx="24">
                  <c:v>0.94165354500629239</c:v>
                </c:pt>
                <c:pt idx="25">
                  <c:v>0.9358761864237527</c:v>
                </c:pt>
                <c:pt idx="26">
                  <c:v>0.93002172863802024</c:v>
                </c:pt>
                <c:pt idx="27">
                  <c:v>0.92408457876448347</c:v>
                </c:pt>
                <c:pt idx="28">
                  <c:v>0.91805921758411024</c:v>
                </c:pt>
                <c:pt idx="29">
                  <c:v>0.91194021406595116</c:v>
                </c:pt>
                <c:pt idx="30">
                  <c:v>0.90572224341724772</c:v>
                </c:pt>
                <c:pt idx="31">
                  <c:v>0.89940010883282862</c:v>
                </c:pt>
                <c:pt idx="32">
                  <c:v>0.89296876709294204</c:v>
                </c:pt>
                <c:pt idx="33">
                  <c:v>0.88642335812278528</c:v>
                </c:pt>
                <c:pt idx="34">
                  <c:v>0.87975923857579308</c:v>
                </c:pt>
                <c:pt idx="35">
                  <c:v>0.87297201943430869</c:v>
                </c:pt>
                <c:pt idx="36">
                  <c:v>0.86605760753404759</c:v>
                </c:pt>
                <c:pt idx="37">
                  <c:v>0.85901225081165722</c:v>
                </c:pt>
                <c:pt idx="38">
                  <c:v>0.85183258694748443</c:v>
                </c:pt>
                <c:pt idx="39">
                  <c:v>0.8445156949291458</c:v>
                </c:pt>
                <c:pt idx="40">
                  <c:v>0.83705914889797306</c:v>
                </c:pt>
                <c:pt idx="41">
                  <c:v>0.82946107346376652</c:v>
                </c:pt>
                <c:pt idx="42">
                  <c:v>0.82172019948950659</c:v>
                </c:pt>
                <c:pt idx="43">
                  <c:v>0.813835919164692</c:v>
                </c:pt>
                <c:pt idx="44">
                  <c:v>0.80580833901389315</c:v>
                </c:pt>
                <c:pt idx="45">
                  <c:v>0.79763832933777834</c:v>
                </c:pt>
                <c:pt idx="46">
                  <c:v>0.78932756847047669</c:v>
                </c:pt>
                <c:pt idx="47">
                  <c:v>0.7808785801733541</c:v>
                </c:pt>
                <c:pt idx="48">
                  <c:v>0.77229476248420137</c:v>
                </c:pt>
                <c:pt idx="49">
                  <c:v>0.76358040641365232</c:v>
                </c:pt>
                <c:pt idx="50">
                  <c:v>0.75474070303528973</c:v>
                </c:pt>
                <c:pt idx="51">
                  <c:v>0.74578173775551426</c:v>
                </c:pt>
                <c:pt idx="52">
                  <c:v>0.73671047087120767</c:v>
                </c:pt>
                <c:pt idx="53">
                  <c:v>0.72753470391826525</c:v>
                </c:pt>
                <c:pt idx="54">
                  <c:v>0.71826303176626616</c:v>
                </c:pt>
                <c:pt idx="55">
                  <c:v>0.70890478090192133</c:v>
                </c:pt>
                <c:pt idx="56">
                  <c:v>0.699469934839825</c:v>
                </c:pt>
                <c:pt idx="57">
                  <c:v>0.68996904807422277</c:v>
                </c:pt>
                <c:pt idx="58">
                  <c:v>0.68041315041068062</c:v>
                </c:pt>
                <c:pt idx="59">
                  <c:v>0.67081364386508757</c:v>
                </c:pt>
                <c:pt idx="60">
                  <c:v>0.66118219456787619</c:v>
                </c:pt>
                <c:pt idx="61">
                  <c:v>0.65153062224947067</c:v>
                </c:pt>
                <c:pt idx="62">
                  <c:v>0.64187078990293445</c:v>
                </c:pt>
                <c:pt idx="63">
                  <c:v>0.63221449612450042</c:v>
                </c:pt>
                <c:pt idx="64">
                  <c:v>0.62257337243314637</c:v>
                </c:pt>
                <c:pt idx="65">
                  <c:v>0.61295878758423694</c:v>
                </c:pt>
                <c:pt idx="66">
                  <c:v>0.60338176054178261</c:v>
                </c:pt>
                <c:pt idx="67">
                  <c:v>0.59385288338361075</c:v>
                </c:pt>
                <c:pt idx="68">
                  <c:v>0.58438225500836105</c:v>
                </c:pt>
                <c:pt idx="69">
                  <c:v>0.57497942611534802</c:v>
                </c:pt>
                <c:pt idx="70">
                  <c:v>0.56565335555721841</c:v>
                </c:pt>
                <c:pt idx="71">
                  <c:v>0.55641237783576425</c:v>
                </c:pt>
                <c:pt idx="72">
                  <c:v>0.54726418123319276</c:v>
                </c:pt>
                <c:pt idx="73">
                  <c:v>0.53821579584992385</c:v>
                </c:pt>
                <c:pt idx="74">
                  <c:v>0.52927359065659441</c:v>
                </c:pt>
                <c:pt idx="75">
                  <c:v>0.52044327856006356</c:v>
                </c:pt>
                <c:pt idx="76">
                  <c:v>0.51172992842577114</c:v>
                </c:pt>
                <c:pt idx="77">
                  <c:v>0.50313798298514256</c:v>
                </c:pt>
                <c:pt idx="78">
                  <c:v>0.49467128157922019</c:v>
                </c:pt>
                <c:pt idx="79">
                  <c:v>0.48633308674046727</c:v>
                </c:pt>
                <c:pt idx="80">
                  <c:v>0.47812611368623387</c:v>
                </c:pt>
                <c:pt idx="81">
                  <c:v>0.47005256188277378</c:v>
                </c:pt>
                <c:pt idx="82">
                  <c:v>0.46211414793202898</c:v>
                </c:pt>
                <c:pt idx="83">
                  <c:v>0.45431213912965618</c:v>
                </c:pt>
                <c:pt idx="84">
                  <c:v>0.44664738713805141</c:v>
                </c:pt>
                <c:pt idx="85">
                  <c:v>0.43912036130943394</c:v>
                </c:pt>
                <c:pt idx="86">
                  <c:v>0.43173118127929588</c:v>
                </c:pt>
                <c:pt idx="87">
                  <c:v>0.42447964852833647</c:v>
                </c:pt>
                <c:pt idx="88">
                  <c:v>0.41736527668064283</c:v>
                </c:pt>
                <c:pt idx="89">
                  <c:v>0.41038732036708658</c:v>
                </c:pt>
                <c:pt idx="90">
                  <c:v>0.403544802535799</c:v>
                </c:pt>
                <c:pt idx="91">
                  <c:v>0.39683654013652059</c:v>
                </c:pt>
                <c:pt idx="92">
                  <c:v>0.39026116814318068</c:v>
                </c:pt>
                <c:pt idx="93">
                  <c:v>0.38381716190987036</c:v>
                </c:pt>
                <c:pt idx="94">
                  <c:v>0.37750285788018695</c:v>
                </c:pt>
                <c:pt idx="95">
                  <c:v>0.37131647268943579</c:v>
                </c:pt>
                <c:pt idx="96">
                  <c:v>0.36525612071411551</c:v>
                </c:pt>
                <c:pt idx="97">
                  <c:v>0.35931983013413499</c:v>
                </c:pt>
                <c:pt idx="98">
                  <c:v>0.35350555758093699</c:v>
                </c:pt>
                <c:pt idx="99">
                  <c:v>0.34781120144969641</c:v>
                </c:pt>
                <c:pt idx="100">
                  <c:v>0.3422346139564999</c:v>
                </c:pt>
                <c:pt idx="101">
                  <c:v>0.33677361202235717</c:v>
                </c:pt>
                <c:pt idx="102">
                  <c:v>0.33142598706538484</c:v>
                </c:pt>
                <c:pt idx="103">
                  <c:v>0.32618951378089733</c:v>
                </c:pt>
                <c:pt idx="104">
                  <c:v>0.32106195798667053</c:v>
                </c:pt>
                <c:pt idx="105">
                  <c:v>0.31604108360757144</c:v>
                </c:pt>
                <c:pt idx="106">
                  <c:v>0.31112465887022939</c:v>
                </c:pt>
                <c:pt idx="107">
                  <c:v>0.30631046177463694</c:v>
                </c:pt>
                <c:pt idx="108">
                  <c:v>0.30159628490561402</c:v>
                </c:pt>
                <c:pt idx="109">
                  <c:v>0.29697993964306119</c:v>
                </c:pt>
                <c:pt idx="110">
                  <c:v>0.29245925982593335</c:v>
                </c:pt>
                <c:pt idx="111">
                  <c:v>0.28803210492094594</c:v>
                </c:pt>
                <c:pt idx="112">
                  <c:v>0.28369636274322541</c:v>
                </c:pt>
                <c:pt idx="113">
                  <c:v>0.27944995177246401</c:v>
                </c:pt>
                <c:pt idx="114">
                  <c:v>0.27529082310466518</c:v>
                </c:pt>
                <c:pt idx="115">
                  <c:v>0.27121696207627088</c:v>
                </c:pt>
                <c:pt idx="116">
                  <c:v>0.26722638959436629</c:v>
                </c:pt>
                <c:pt idx="117">
                  <c:v>0.26331716320376097</c:v>
                </c:pt>
                <c:pt idx="118">
                  <c:v>0.25948737791903631</c:v>
                </c:pt>
                <c:pt idx="119">
                  <c:v>0.2557351668471422</c:v>
                </c:pt>
                <c:pt idx="120">
                  <c:v>0.25205870162379834</c:v>
                </c:pt>
                <c:pt idx="121">
                  <c:v>0.24845619268480829</c:v>
                </c:pt>
                <c:pt idx="122">
                  <c:v>0.24492588939142054</c:v>
                </c:pt>
                <c:pt idx="123">
                  <c:v>0.24146608002704778</c:v>
                </c:pt>
                <c:pt idx="124">
                  <c:v>0.2380750916809988</c:v>
                </c:pt>
                <c:pt idx="125">
                  <c:v>0.23475129003334438</c:v>
                </c:pt>
                <c:pt idx="126">
                  <c:v>0.23149307905365396</c:v>
                </c:pt>
                <c:pt idx="127">
                  <c:v>0.22829890062506178</c:v>
                </c:pt>
                <c:pt idx="128">
                  <c:v>0.22516723410397027</c:v>
                </c:pt>
                <c:pt idx="129">
                  <c:v>0.22209659582464106</c:v>
                </c:pt>
                <c:pt idx="130">
                  <c:v>0.21908553855696924</c:v>
                </c:pt>
                <c:pt idx="131">
                  <c:v>0.21613265092486802</c:v>
                </c:pt>
                <c:pt idx="132">
                  <c:v>0.21323655679190051</c:v>
                </c:pt>
                <c:pt idx="133">
                  <c:v>0.21039591462008694</c:v>
                </c:pt>
                <c:pt idx="134">
                  <c:v>0.20760941680716458</c:v>
                </c:pt>
                <c:pt idx="135">
                  <c:v>0.20487578900699754</c:v>
                </c:pt>
                <c:pt idx="136">
                  <c:v>0.20219378943730484</c:v>
                </c:pt>
                <c:pt idx="137">
                  <c:v>0.19956220817839829</c:v>
                </c:pt>
                <c:pt idx="138">
                  <c:v>0.1969798664661942</c:v>
                </c:pt>
                <c:pt idx="139">
                  <c:v>0.19444561598237489</c:v>
                </c:pt>
                <c:pt idx="140">
                  <c:v>0.19195833814422772</c:v>
                </c:pt>
                <c:pt idx="141">
                  <c:v>0.1895169433963759</c:v>
                </c:pt>
                <c:pt idx="142">
                  <c:v>0.18712037050633482</c:v>
                </c:pt>
                <c:pt idx="143">
                  <c:v>0.18476758586557401</c:v>
                </c:pt>
                <c:pt idx="144">
                  <c:v>0.18245758279753718</c:v>
                </c:pt>
                <c:pt idx="145">
                  <c:v>0.18018938087387193</c:v>
                </c:pt>
                <c:pt idx="146">
                  <c:v>0.17796202523993543</c:v>
                </c:pt>
                <c:pt idx="147">
                  <c:v>0.17577458595048387</c:v>
                </c:pt>
                <c:pt idx="148">
                  <c:v>0.17362615731630376</c:v>
                </c:pt>
                <c:pt idx="149">
                  <c:v>0.17151585726241644</c:v>
                </c:pt>
                <c:pt idx="150">
                  <c:v>0.1694428266983716</c:v>
                </c:pt>
                <c:pt idx="151">
                  <c:v>0.16740622890104068</c:v>
                </c:pt>
                <c:pt idx="152">
                  <c:v>0.16540524891023292</c:v>
                </c:pt>
                <c:pt idx="153">
                  <c:v>0.16343909293737377</c:v>
                </c:pt>
                <c:pt idx="154">
                  <c:v>0.16150698778741479</c:v>
                </c:pt>
                <c:pt idx="155">
                  <c:v>0.15960818029408153</c:v>
                </c:pt>
                <c:pt idx="156">
                  <c:v>0.15774193676850901</c:v>
                </c:pt>
                <c:pt idx="157">
                  <c:v>0.15590754246126776</c:v>
                </c:pt>
                <c:pt idx="158">
                  <c:v>0.1541043010377392</c:v>
                </c:pt>
                <c:pt idx="159">
                  <c:v>0.15233153406676186</c:v>
                </c:pt>
                <c:pt idx="160">
                  <c:v>0.15058858052243959</c:v>
                </c:pt>
                <c:pt idx="161">
                  <c:v>0.14887479629897327</c:v>
                </c:pt>
                <c:pt idx="162">
                  <c:v>0.14718955373835407</c:v>
                </c:pt>
                <c:pt idx="163">
                  <c:v>0.14553224117073643</c:v>
                </c:pt>
                <c:pt idx="164">
                  <c:v>0.14390226246729174</c:v>
                </c:pt>
                <c:pt idx="165">
                  <c:v>0.14229903660532842</c:v>
                </c:pt>
                <c:pt idx="166">
                  <c:v>0.14072199724545312</c:v>
                </c:pt>
                <c:pt idx="167">
                  <c:v>0.13917059232053747</c:v>
                </c:pt>
                <c:pt idx="168">
                  <c:v>0.13764428363624803</c:v>
                </c:pt>
                <c:pt idx="169">
                  <c:v>0.1361425464828897</c:v>
                </c:pt>
                <c:pt idx="170">
                  <c:v>0.13466486925830937</c:v>
                </c:pt>
                <c:pt idx="171">
                  <c:v>0.13321075310160396</c:v>
                </c:pt>
                <c:pt idx="172">
                  <c:v>0.13177971153737428</c:v>
                </c:pt>
                <c:pt idx="173">
                  <c:v>0.1303712701302655</c:v>
                </c:pt>
                <c:pt idx="174">
                  <c:v>0.12898496614953597</c:v>
                </c:pt>
                <c:pt idx="175">
                  <c:v>0.12762034824339635</c:v>
                </c:pt>
                <c:pt idx="176">
                  <c:v>0.1262769761228632</c:v>
                </c:pt>
                <c:pt idx="177">
                  <c:v>0.12495442025487262</c:v>
                </c:pt>
                <c:pt idx="178">
                  <c:v>0.12365226156440431</c:v>
                </c:pt>
                <c:pt idx="179">
                  <c:v>0.12237009114536712</c:v>
                </c:pt>
                <c:pt idx="180">
                  <c:v>0.12110750998000297</c:v>
                </c:pt>
                <c:pt idx="181">
                  <c:v>0.11986412866656895</c:v>
                </c:pt>
                <c:pt idx="182">
                  <c:v>0.11863956715506244</c:v>
                </c:pt>
                <c:pt idx="183">
                  <c:v>0.11743345449075737</c:v>
                </c:pt>
                <c:pt idx="184">
                  <c:v>0.11624542856532603</c:v>
                </c:pt>
                <c:pt idx="185">
                  <c:v>0.11507513587532406</c:v>
                </c:pt>
                <c:pt idx="186">
                  <c:v>0.11392223128782304</c:v>
                </c:pt>
                <c:pt idx="187">
                  <c:v>0.11278637781297782</c:v>
                </c:pt>
                <c:pt idx="188">
                  <c:v>0.11166724638332289</c:v>
                </c:pt>
                <c:pt idx="189">
                  <c:v>0.11056451563959617</c:v>
                </c:pt>
                <c:pt idx="190">
                  <c:v>0.1094778717228936</c:v>
                </c:pt>
                <c:pt idx="191">
                  <c:v>0.10840700807296373</c:v>
                </c:pt>
                <c:pt idx="192">
                  <c:v>0.10735162523245542</c:v>
                </c:pt>
                <c:pt idx="193">
                  <c:v>0.10631143065693853</c:v>
                </c:pt>
                <c:pt idx="194">
                  <c:v>0.10528613853052031</c:v>
                </c:pt>
                <c:pt idx="195">
                  <c:v>0.1042754695868871</c:v>
                </c:pt>
                <c:pt idx="196">
                  <c:v>0.10327915093560472</c:v>
                </c:pt>
                <c:pt idx="197">
                  <c:v>0.10229691589351535</c:v>
                </c:pt>
                <c:pt idx="198">
                  <c:v>0.10132850382107517</c:v>
                </c:pt>
                <c:pt idx="199">
                  <c:v>0.10037365996347919</c:v>
                </c:pt>
                <c:pt idx="200">
                  <c:v>9.9432135296426361E-2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1-2093-48E5-B715-CC0352559B1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508305824"/>
        <c:axId val="508308120"/>
      </c:scatterChart>
      <c:valAx>
        <c:axId val="508305824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bg1">
                  <a:lumMod val="65000"/>
                </a:schemeClr>
              </a:solidFill>
              <a:prstDash val="lgDash"/>
              <a:round/>
            </a:ln>
            <a:effectLst/>
          </c:spPr>
        </c:maj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2000" b="0" i="1" u="none" strike="noStrike" kern="1200" baseline="0">
                    <a:solidFill>
                      <a:sysClr val="windowText" lastClr="000000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defRPr>
                </a:pPr>
                <a:r>
                  <a:rPr lang="el-GR" sz="2000" i="1">
                    <a:solidFill>
                      <a:sysClr val="windowText" lastClr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λ</a:t>
                </a:r>
                <a:r>
                  <a:rPr lang="en-US" sz="2000" i="1" baseline="-25000">
                    <a:solidFill>
                      <a:sysClr val="windowText" lastClr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</a:t>
                </a:r>
                <a:r>
                  <a:rPr lang="en-US" sz="2000" i="1">
                    <a:solidFill>
                      <a:sysClr val="windowText" lastClr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[-]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2000" b="0" i="1" u="none" strike="noStrike" kern="1200" baseline="0">
                  <a:solidFill>
                    <a:sysClr val="windowText" lastClr="000000"/>
                  </a:solidFill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defRPr>
              </a:pPr>
              <a:endParaRPr lang="en-US"/>
            </a:p>
          </c:txPr>
        </c:title>
        <c:numFmt formatCode="#,##0.00" sourceLinked="0"/>
        <c:majorTickMark val="out"/>
        <c:minorTickMark val="out"/>
        <c:tickLblPos val="nextTo"/>
        <c:spPr>
          <a:noFill/>
          <a:ln w="9525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0" i="0" u="none" strike="noStrike" kern="1200" baseline="0">
                <a:solidFill>
                  <a:sysClr val="windowText" lastClr="0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pPr>
            <a:endParaRPr lang="en-US"/>
          </a:p>
        </c:txPr>
        <c:crossAx val="508308120"/>
        <c:crosses val="autoZero"/>
        <c:crossBetween val="midCat"/>
      </c:valAx>
      <c:valAx>
        <c:axId val="50830812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bg1">
                  <a:lumMod val="65000"/>
                </a:schemeClr>
              </a:solidFill>
              <a:prstDash val="lgDash"/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2000" b="0" i="1" u="none" strike="noStrike" kern="1200" baseline="0">
                    <a:solidFill>
                      <a:sysClr val="windowText" lastClr="000000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defRPr>
                </a:pPr>
                <a:r>
                  <a:rPr lang="el-GR" sz="2000" i="1">
                    <a:solidFill>
                      <a:sysClr val="windowText" lastClr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χ</a:t>
                </a:r>
                <a:r>
                  <a:rPr lang="en-US" sz="2000" i="1" baseline="-25000">
                    <a:solidFill>
                      <a:sysClr val="windowText" lastClr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</a:t>
                </a:r>
                <a:r>
                  <a:rPr lang="en-US" sz="2000" i="1">
                    <a:solidFill>
                      <a:sysClr val="windowText" lastClr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[-]</a:t>
                </a:r>
                <a:endParaRPr lang="en-US" sz="1800" i="1">
                  <a:solidFill>
                    <a:sysClr val="windowText" lastClr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2000" b="0" i="1" u="none" strike="noStrike" kern="1200" baseline="0">
                  <a:solidFill>
                    <a:sysClr val="windowText" lastClr="000000"/>
                  </a:solidFill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defRPr>
              </a:pPr>
              <a:endParaRPr lang="en-US"/>
            </a:p>
          </c:txPr>
        </c:title>
        <c:numFmt formatCode="#,##0.00" sourceLinked="0"/>
        <c:majorTickMark val="out"/>
        <c:minorTickMark val="out"/>
        <c:tickLblPos val="nextTo"/>
        <c:spPr>
          <a:noFill/>
          <a:ln w="9525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0" i="0" u="none" strike="noStrike" kern="1200" baseline="0">
                <a:solidFill>
                  <a:sysClr val="windowText" lastClr="0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pPr>
            <a:endParaRPr lang="en-US"/>
          </a:p>
        </c:txPr>
        <c:crossAx val="508305824"/>
        <c:crosses val="autoZero"/>
        <c:crossBetween val="midCat"/>
      </c:valAx>
      <c:spPr>
        <a:noFill/>
        <a:ln>
          <a:solidFill>
            <a:schemeClr val="tx1"/>
          </a:solidFill>
        </a:ln>
        <a:effectLst/>
      </c:spPr>
    </c:plotArea>
    <c:legend>
      <c:legendPos val="r"/>
      <c:layout>
        <c:manualLayout>
          <c:xMode val="edge"/>
          <c:yMode val="edge"/>
          <c:x val="0.7809722205031534"/>
          <c:y val="0.22354099811483416"/>
          <c:w val="0.19897602087135086"/>
          <c:h val="0.29553957209058351"/>
        </c:manualLayout>
      </c:layout>
      <c:overlay val="0"/>
      <c:spPr>
        <a:solidFill>
          <a:schemeClr val="bg1"/>
        </a:solidFill>
        <a:ln>
          <a:solidFill>
            <a:sysClr val="windowText" lastClr="000000"/>
          </a:solidFill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00" b="0" i="0" u="none" strike="noStrike" kern="1200" baseline="0">
              <a:solidFill>
                <a:sysClr val="windowText" lastClr="00000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userShapes r:id="rId4"/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2000" b="0" i="0" u="none" strike="noStrike" kern="1200" spc="0" baseline="0">
                <a:solidFill>
                  <a:sysClr val="windowText" lastClr="0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pPr>
            <a:r>
              <a:rPr lang="en-US" sz="200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Interaction curve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000" b="0" i="0" u="none" strike="noStrike" kern="1200" spc="0" baseline="0">
              <a:solidFill>
                <a:sysClr val="windowText" lastClr="00000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0.11953464834759038"/>
          <c:y val="9.250755211183527E-2"/>
          <c:w val="0.82179149568552035"/>
          <c:h val="0.7718700692060485"/>
        </c:manualLayout>
      </c:layout>
      <c:scatterChart>
        <c:scatterStyle val="lineMarker"/>
        <c:varyColors val="0"/>
        <c:ser>
          <c:idx val="0"/>
          <c:order val="0"/>
          <c:tx>
            <c:v>FE - Load combination = N</c:v>
          </c:tx>
          <c:spPr>
            <a:ln w="25400" cap="rnd">
              <a:noFill/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xVal>
            <c:numRef>
              <c:f>Data_graphs!$I$2:$I$145</c:f>
              <c:numCache>
                <c:formatCode>General</c:formatCode>
                <c:ptCount val="144"/>
                <c:pt idx="0">
                  <c:v>0.3</c:v>
                </c:pt>
                <c:pt idx="1">
                  <c:v>0.5</c:v>
                </c:pt>
                <c:pt idx="2">
                  <c:v>0.75</c:v>
                </c:pt>
                <c:pt idx="3">
                  <c:v>1</c:v>
                </c:pt>
                <c:pt idx="4">
                  <c:v>1.33</c:v>
                </c:pt>
                <c:pt idx="5">
                  <c:v>1.67</c:v>
                </c:pt>
                <c:pt idx="6">
                  <c:v>2</c:v>
                </c:pt>
                <c:pt idx="7">
                  <c:v>2.5</c:v>
                </c:pt>
                <c:pt idx="8">
                  <c:v>0.3</c:v>
                </c:pt>
                <c:pt idx="9">
                  <c:v>0.5</c:v>
                </c:pt>
                <c:pt idx="10">
                  <c:v>0.75</c:v>
                </c:pt>
                <c:pt idx="11">
                  <c:v>1</c:v>
                </c:pt>
                <c:pt idx="12">
                  <c:v>1.33</c:v>
                </c:pt>
                <c:pt idx="13">
                  <c:v>1.67</c:v>
                </c:pt>
                <c:pt idx="14">
                  <c:v>2</c:v>
                </c:pt>
                <c:pt idx="15">
                  <c:v>2.5</c:v>
                </c:pt>
                <c:pt idx="16">
                  <c:v>0.3</c:v>
                </c:pt>
                <c:pt idx="17">
                  <c:v>0.5</c:v>
                </c:pt>
                <c:pt idx="18">
                  <c:v>0.75</c:v>
                </c:pt>
                <c:pt idx="19">
                  <c:v>1</c:v>
                </c:pt>
                <c:pt idx="20">
                  <c:v>1.33</c:v>
                </c:pt>
                <c:pt idx="21">
                  <c:v>1.67</c:v>
                </c:pt>
                <c:pt idx="22">
                  <c:v>2</c:v>
                </c:pt>
                <c:pt idx="23">
                  <c:v>2.5</c:v>
                </c:pt>
                <c:pt idx="24">
                  <c:v>0.3</c:v>
                </c:pt>
                <c:pt idx="25">
                  <c:v>0.5</c:v>
                </c:pt>
                <c:pt idx="26">
                  <c:v>0.75</c:v>
                </c:pt>
                <c:pt idx="27">
                  <c:v>1</c:v>
                </c:pt>
                <c:pt idx="28">
                  <c:v>1.33</c:v>
                </c:pt>
                <c:pt idx="29">
                  <c:v>1.67</c:v>
                </c:pt>
                <c:pt idx="30">
                  <c:v>2</c:v>
                </c:pt>
                <c:pt idx="31">
                  <c:v>2.5</c:v>
                </c:pt>
                <c:pt idx="32">
                  <c:v>0.3</c:v>
                </c:pt>
                <c:pt idx="33">
                  <c:v>0.5</c:v>
                </c:pt>
                <c:pt idx="34">
                  <c:v>0.75</c:v>
                </c:pt>
                <c:pt idx="35">
                  <c:v>1</c:v>
                </c:pt>
                <c:pt idx="36">
                  <c:v>1.33</c:v>
                </c:pt>
                <c:pt idx="37">
                  <c:v>1.67</c:v>
                </c:pt>
                <c:pt idx="38">
                  <c:v>2</c:v>
                </c:pt>
                <c:pt idx="39">
                  <c:v>2.5</c:v>
                </c:pt>
                <c:pt idx="40">
                  <c:v>0.3</c:v>
                </c:pt>
                <c:pt idx="41">
                  <c:v>0.5</c:v>
                </c:pt>
                <c:pt idx="42">
                  <c:v>0.75</c:v>
                </c:pt>
                <c:pt idx="43">
                  <c:v>1</c:v>
                </c:pt>
                <c:pt idx="44">
                  <c:v>1.33</c:v>
                </c:pt>
                <c:pt idx="45">
                  <c:v>1.67</c:v>
                </c:pt>
                <c:pt idx="46">
                  <c:v>2</c:v>
                </c:pt>
                <c:pt idx="47">
                  <c:v>2.5</c:v>
                </c:pt>
                <c:pt idx="48">
                  <c:v>0.3</c:v>
                </c:pt>
                <c:pt idx="49">
                  <c:v>0.5</c:v>
                </c:pt>
                <c:pt idx="50">
                  <c:v>0.75</c:v>
                </c:pt>
                <c:pt idx="51">
                  <c:v>1</c:v>
                </c:pt>
                <c:pt idx="52">
                  <c:v>1.33</c:v>
                </c:pt>
                <c:pt idx="53">
                  <c:v>1.67</c:v>
                </c:pt>
                <c:pt idx="54">
                  <c:v>2</c:v>
                </c:pt>
                <c:pt idx="55">
                  <c:v>2.5</c:v>
                </c:pt>
                <c:pt idx="56">
                  <c:v>0.3</c:v>
                </c:pt>
                <c:pt idx="57">
                  <c:v>0.5</c:v>
                </c:pt>
                <c:pt idx="58">
                  <c:v>0.75</c:v>
                </c:pt>
                <c:pt idx="59">
                  <c:v>1</c:v>
                </c:pt>
                <c:pt idx="60">
                  <c:v>1.33</c:v>
                </c:pt>
                <c:pt idx="61">
                  <c:v>1.67</c:v>
                </c:pt>
                <c:pt idx="62">
                  <c:v>2</c:v>
                </c:pt>
                <c:pt idx="63">
                  <c:v>2.5</c:v>
                </c:pt>
                <c:pt idx="64">
                  <c:v>0.3</c:v>
                </c:pt>
                <c:pt idx="65">
                  <c:v>0.5</c:v>
                </c:pt>
                <c:pt idx="66">
                  <c:v>0.75</c:v>
                </c:pt>
                <c:pt idx="67">
                  <c:v>1</c:v>
                </c:pt>
                <c:pt idx="68">
                  <c:v>1.33</c:v>
                </c:pt>
                <c:pt idx="69">
                  <c:v>1.67</c:v>
                </c:pt>
                <c:pt idx="70">
                  <c:v>2</c:v>
                </c:pt>
                <c:pt idx="71">
                  <c:v>2.5</c:v>
                </c:pt>
                <c:pt idx="72">
                  <c:v>0.3</c:v>
                </c:pt>
                <c:pt idx="73">
                  <c:v>0.5</c:v>
                </c:pt>
                <c:pt idx="74">
                  <c:v>0.75</c:v>
                </c:pt>
                <c:pt idx="75">
                  <c:v>1</c:v>
                </c:pt>
                <c:pt idx="76">
                  <c:v>1.33</c:v>
                </c:pt>
                <c:pt idx="77">
                  <c:v>1.67</c:v>
                </c:pt>
                <c:pt idx="78">
                  <c:v>2</c:v>
                </c:pt>
                <c:pt idx="79">
                  <c:v>2.5</c:v>
                </c:pt>
                <c:pt idx="80">
                  <c:v>0.3</c:v>
                </c:pt>
                <c:pt idx="81">
                  <c:v>0.5</c:v>
                </c:pt>
                <c:pt idx="82">
                  <c:v>0.75</c:v>
                </c:pt>
                <c:pt idx="83">
                  <c:v>1</c:v>
                </c:pt>
                <c:pt idx="84">
                  <c:v>1.33</c:v>
                </c:pt>
                <c:pt idx="85">
                  <c:v>1.67</c:v>
                </c:pt>
                <c:pt idx="86">
                  <c:v>2</c:v>
                </c:pt>
                <c:pt idx="87">
                  <c:v>2.5</c:v>
                </c:pt>
                <c:pt idx="88">
                  <c:v>0.3</c:v>
                </c:pt>
                <c:pt idx="89">
                  <c:v>0.5</c:v>
                </c:pt>
                <c:pt idx="90">
                  <c:v>0.75</c:v>
                </c:pt>
                <c:pt idx="91">
                  <c:v>1</c:v>
                </c:pt>
                <c:pt idx="92">
                  <c:v>1.33</c:v>
                </c:pt>
                <c:pt idx="93">
                  <c:v>1.67</c:v>
                </c:pt>
                <c:pt idx="94">
                  <c:v>2</c:v>
                </c:pt>
                <c:pt idx="95">
                  <c:v>2.5</c:v>
                </c:pt>
                <c:pt idx="96">
                  <c:v>0.3</c:v>
                </c:pt>
                <c:pt idx="97">
                  <c:v>0.5</c:v>
                </c:pt>
                <c:pt idx="98">
                  <c:v>0.75</c:v>
                </c:pt>
                <c:pt idx="99">
                  <c:v>1</c:v>
                </c:pt>
                <c:pt idx="100">
                  <c:v>1.33</c:v>
                </c:pt>
                <c:pt idx="101">
                  <c:v>1.67</c:v>
                </c:pt>
                <c:pt idx="102">
                  <c:v>2</c:v>
                </c:pt>
                <c:pt idx="103">
                  <c:v>2.5</c:v>
                </c:pt>
                <c:pt idx="104">
                  <c:v>0.3</c:v>
                </c:pt>
                <c:pt idx="105">
                  <c:v>0.5</c:v>
                </c:pt>
                <c:pt idx="106">
                  <c:v>0.75</c:v>
                </c:pt>
                <c:pt idx="107">
                  <c:v>1</c:v>
                </c:pt>
                <c:pt idx="108">
                  <c:v>1.33</c:v>
                </c:pt>
                <c:pt idx="109">
                  <c:v>1.67</c:v>
                </c:pt>
                <c:pt idx="110">
                  <c:v>2</c:v>
                </c:pt>
                <c:pt idx="111">
                  <c:v>2.5</c:v>
                </c:pt>
                <c:pt idx="112">
                  <c:v>0.3</c:v>
                </c:pt>
                <c:pt idx="113">
                  <c:v>0.5</c:v>
                </c:pt>
                <c:pt idx="114">
                  <c:v>0.75</c:v>
                </c:pt>
                <c:pt idx="115">
                  <c:v>1</c:v>
                </c:pt>
                <c:pt idx="116">
                  <c:v>1.33</c:v>
                </c:pt>
                <c:pt idx="117">
                  <c:v>1.67</c:v>
                </c:pt>
                <c:pt idx="118">
                  <c:v>2</c:v>
                </c:pt>
                <c:pt idx="119">
                  <c:v>2.5</c:v>
                </c:pt>
                <c:pt idx="120">
                  <c:v>0.3</c:v>
                </c:pt>
                <c:pt idx="121">
                  <c:v>0.5</c:v>
                </c:pt>
                <c:pt idx="122">
                  <c:v>0.75</c:v>
                </c:pt>
                <c:pt idx="123">
                  <c:v>1</c:v>
                </c:pt>
                <c:pt idx="124">
                  <c:v>1.33</c:v>
                </c:pt>
                <c:pt idx="125">
                  <c:v>1.67</c:v>
                </c:pt>
                <c:pt idx="126">
                  <c:v>2</c:v>
                </c:pt>
                <c:pt idx="127">
                  <c:v>2.5</c:v>
                </c:pt>
                <c:pt idx="128">
                  <c:v>0.3</c:v>
                </c:pt>
                <c:pt idx="129">
                  <c:v>0.5</c:v>
                </c:pt>
                <c:pt idx="130">
                  <c:v>0.75</c:v>
                </c:pt>
                <c:pt idx="131">
                  <c:v>1</c:v>
                </c:pt>
                <c:pt idx="132">
                  <c:v>1.33</c:v>
                </c:pt>
                <c:pt idx="133">
                  <c:v>1.67</c:v>
                </c:pt>
                <c:pt idx="134">
                  <c:v>2</c:v>
                </c:pt>
                <c:pt idx="135">
                  <c:v>2.5</c:v>
                </c:pt>
                <c:pt idx="136">
                  <c:v>0.3</c:v>
                </c:pt>
                <c:pt idx="137">
                  <c:v>0.5</c:v>
                </c:pt>
                <c:pt idx="138">
                  <c:v>0.75</c:v>
                </c:pt>
                <c:pt idx="139">
                  <c:v>1</c:v>
                </c:pt>
                <c:pt idx="140">
                  <c:v>1.33</c:v>
                </c:pt>
                <c:pt idx="141">
                  <c:v>1.67</c:v>
                </c:pt>
                <c:pt idx="142">
                  <c:v>2</c:v>
                </c:pt>
                <c:pt idx="143">
                  <c:v>2.5</c:v>
                </c:pt>
              </c:numCache>
            </c:numRef>
          </c:xVal>
          <c:yVal>
            <c:numRef>
              <c:f>Data_graphs!$D$2:$D$145</c:f>
              <c:numCache>
                <c:formatCode>General</c:formatCode>
                <c:ptCount val="144"/>
                <c:pt idx="0">
                  <c:v>1.0445452837258726</c:v>
                </c:pt>
                <c:pt idx="1">
                  <c:v>0.96197560136423332</c:v>
                </c:pt>
                <c:pt idx="2">
                  <c:v>0.85650326670479504</c:v>
                </c:pt>
                <c:pt idx="3">
                  <c:v>0.74895251002805896</c:v>
                </c:pt>
                <c:pt idx="4">
                  <c:v>0.51408378645713715</c:v>
                </c:pt>
                <c:pt idx="5">
                  <c:v>0.34372717833825228</c:v>
                </c:pt>
                <c:pt idx="6">
                  <c:v>0.24487751500799163</c:v>
                </c:pt>
                <c:pt idx="7">
                  <c:v>0.15848997183426142</c:v>
                </c:pt>
                <c:pt idx="8">
                  <c:v>1.046619849620213</c:v>
                </c:pt>
                <c:pt idx="9">
                  <c:v>0.93451577068991476</c:v>
                </c:pt>
                <c:pt idx="10">
                  <c:v>0.85539360887492932</c:v>
                </c:pt>
                <c:pt idx="11">
                  <c:v>0.74792045514459393</c:v>
                </c:pt>
                <c:pt idx="12">
                  <c:v>0.51297611611421157</c:v>
                </c:pt>
                <c:pt idx="13">
                  <c:v>0.34278270630913976</c:v>
                </c:pt>
                <c:pt idx="14">
                  <c:v>0.24409950682520334</c:v>
                </c:pt>
                <c:pt idx="15">
                  <c:v>0.15781817803399489</c:v>
                </c:pt>
                <c:pt idx="16">
                  <c:v>1.0495649196349235</c:v>
                </c:pt>
                <c:pt idx="17">
                  <c:v>0.94421739317532427</c:v>
                </c:pt>
                <c:pt idx="18">
                  <c:v>0.856073274295722</c:v>
                </c:pt>
                <c:pt idx="19">
                  <c:v>0.74822590636570929</c:v>
                </c:pt>
                <c:pt idx="20">
                  <c:v>0.51283093602072116</c:v>
                </c:pt>
                <c:pt idx="21">
                  <c:v>0.34257880343929148</c:v>
                </c:pt>
                <c:pt idx="22">
                  <c:v>0.24390668635338844</c:v>
                </c:pt>
                <c:pt idx="23">
                  <c:v>0.15763196814682243</c:v>
                </c:pt>
                <c:pt idx="24">
                  <c:v>1.055709313589839</c:v>
                </c:pt>
                <c:pt idx="25">
                  <c:v>0.95395468152325491</c:v>
                </c:pt>
                <c:pt idx="26">
                  <c:v>0.85884594245484192</c:v>
                </c:pt>
                <c:pt idx="27">
                  <c:v>0.7425424324423664</c:v>
                </c:pt>
                <c:pt idx="28">
                  <c:v>0.51305870682232191</c:v>
                </c:pt>
                <c:pt idx="29">
                  <c:v>0.34262167717390868</c:v>
                </c:pt>
                <c:pt idx="30">
                  <c:v>0.24388500498809162</c:v>
                </c:pt>
                <c:pt idx="31">
                  <c:v>0.15821130984103315</c:v>
                </c:pt>
                <c:pt idx="32">
                  <c:v>1.0649531671313468</c:v>
                </c:pt>
                <c:pt idx="33">
                  <c:v>0.98039199456731752</c:v>
                </c:pt>
                <c:pt idx="34">
                  <c:v>0.86410892705775522</c:v>
                </c:pt>
                <c:pt idx="35">
                  <c:v>0.74467506580526599</c:v>
                </c:pt>
                <c:pt idx="36">
                  <c:v>0.51417814092323599</c:v>
                </c:pt>
                <c:pt idx="37">
                  <c:v>0.34321434913290416</c:v>
                </c:pt>
                <c:pt idx="38">
                  <c:v>0.24427596025345175</c:v>
                </c:pt>
                <c:pt idx="39">
                  <c:v>0.15840056781587511</c:v>
                </c:pt>
                <c:pt idx="40">
                  <c:v>1.0748632022197855</c:v>
                </c:pt>
                <c:pt idx="41">
                  <c:v>0.98935251551266434</c:v>
                </c:pt>
                <c:pt idx="42">
                  <c:v>0.87043852692303869</c:v>
                </c:pt>
                <c:pt idx="43">
                  <c:v>0.74787218636230246</c:v>
                </c:pt>
                <c:pt idx="44">
                  <c:v>0.51577244778626485</c:v>
                </c:pt>
                <c:pt idx="45">
                  <c:v>0.34429861824517893</c:v>
                </c:pt>
                <c:pt idx="46">
                  <c:v>0.24500861628081685</c:v>
                </c:pt>
                <c:pt idx="47">
                  <c:v>0.15882874384918752</c:v>
                </c:pt>
                <c:pt idx="48">
                  <c:v>1.1288594382630501</c:v>
                </c:pt>
                <c:pt idx="49">
                  <c:v>1.013708756618483</c:v>
                </c:pt>
                <c:pt idx="50">
                  <c:v>0.87829813540246293</c:v>
                </c:pt>
                <c:pt idx="51">
                  <c:v>0.7476396868504378</c:v>
                </c:pt>
                <c:pt idx="52">
                  <c:v>0.51010477648740427</c:v>
                </c:pt>
                <c:pt idx="53">
                  <c:v>0.34092105036732595</c:v>
                </c:pt>
                <c:pt idx="54">
                  <c:v>0.24252106947453211</c:v>
                </c:pt>
                <c:pt idx="55">
                  <c:v>0.15625734556509394</c:v>
                </c:pt>
                <c:pt idx="56">
                  <c:v>1.1348065271601597</c:v>
                </c:pt>
                <c:pt idx="57">
                  <c:v>1.0182271885406846</c:v>
                </c:pt>
                <c:pt idx="58">
                  <c:v>0.87849827011820647</c:v>
                </c:pt>
                <c:pt idx="59">
                  <c:v>0.74608311976909802</c:v>
                </c:pt>
                <c:pt idx="60">
                  <c:v>0.50925412868036102</c:v>
                </c:pt>
                <c:pt idx="61">
                  <c:v>0.34020170529860377</c:v>
                </c:pt>
                <c:pt idx="62">
                  <c:v>0.24186077146349108</c:v>
                </c:pt>
                <c:pt idx="63">
                  <c:v>0.15573429258933713</c:v>
                </c:pt>
                <c:pt idx="64">
                  <c:v>1.1393624365751818</c:v>
                </c:pt>
                <c:pt idx="65">
                  <c:v>1.021748482501377</c:v>
                </c:pt>
                <c:pt idx="66">
                  <c:v>0.87982193338668913</c:v>
                </c:pt>
                <c:pt idx="67">
                  <c:v>0.74612631489127557</c:v>
                </c:pt>
                <c:pt idx="68">
                  <c:v>0.50923907296696169</c:v>
                </c:pt>
                <c:pt idx="69">
                  <c:v>0.34012590497523976</c:v>
                </c:pt>
                <c:pt idx="70">
                  <c:v>0.2417340928977057</c:v>
                </c:pt>
                <c:pt idx="71">
                  <c:v>0.15563021185971823</c:v>
                </c:pt>
                <c:pt idx="72">
                  <c:v>1.1472152963185571</c:v>
                </c:pt>
                <c:pt idx="73">
                  <c:v>1.0287905475805508</c:v>
                </c:pt>
                <c:pt idx="74">
                  <c:v>0.88330492091573898</c:v>
                </c:pt>
                <c:pt idx="75">
                  <c:v>0.7471066233190895</c:v>
                </c:pt>
                <c:pt idx="76">
                  <c:v>0.50972482009077624</c:v>
                </c:pt>
                <c:pt idx="77">
                  <c:v>0.34035318903088446</c:v>
                </c:pt>
                <c:pt idx="78">
                  <c:v>0.24178946291098924</c:v>
                </c:pt>
                <c:pt idx="79">
                  <c:v>0.15564472947856078</c:v>
                </c:pt>
                <c:pt idx="80">
                  <c:v>1.1604893665115708</c:v>
                </c:pt>
                <c:pt idx="81">
                  <c:v>1.0388483998377638</c:v>
                </c:pt>
                <c:pt idx="82">
                  <c:v>0.88932312692639359</c:v>
                </c:pt>
                <c:pt idx="83">
                  <c:v>0.74968425806393879</c:v>
                </c:pt>
                <c:pt idx="84">
                  <c:v>0.51095172964281299</c:v>
                </c:pt>
                <c:pt idx="85">
                  <c:v>0.34115683835467658</c:v>
                </c:pt>
                <c:pt idx="86">
                  <c:v>0.24225476482573904</c:v>
                </c:pt>
                <c:pt idx="87">
                  <c:v>0.15592593543012154</c:v>
                </c:pt>
                <c:pt idx="88">
                  <c:v>1.171181802391589</c:v>
                </c:pt>
                <c:pt idx="89">
                  <c:v>1.0485559542163709</c:v>
                </c:pt>
                <c:pt idx="90">
                  <c:v>0.89607657884985892</c:v>
                </c:pt>
                <c:pt idx="91">
                  <c:v>0.75338774772404538</c:v>
                </c:pt>
                <c:pt idx="92">
                  <c:v>0.5128394270725648</c:v>
                </c:pt>
                <c:pt idx="93">
                  <c:v>0.34231417657122359</c:v>
                </c:pt>
                <c:pt idx="94">
                  <c:v>0.24303021306316197</c:v>
                </c:pt>
                <c:pt idx="95">
                  <c:v>0.15642704316798575</c:v>
                </c:pt>
                <c:pt idx="96">
                  <c:v>1.0338904217665732</c:v>
                </c:pt>
                <c:pt idx="97">
                  <c:v>0.89568278674446744</c:v>
                </c:pt>
                <c:pt idx="98">
                  <c:v>0.72003318741785238</c:v>
                </c:pt>
                <c:pt idx="99">
                  <c:v>0.63811999725128876</c:v>
                </c:pt>
                <c:pt idx="100">
                  <c:v>0.47507228222415249</c:v>
                </c:pt>
                <c:pt idx="101">
                  <c:v>0.32258419414239803</c:v>
                </c:pt>
                <c:pt idx="102">
                  <c:v>0.22357141339706507</c:v>
                </c:pt>
                <c:pt idx="103">
                  <c:v>0.14234421210503867</c:v>
                </c:pt>
                <c:pt idx="104">
                  <c:v>1.0414185197047292</c:v>
                </c:pt>
                <c:pt idx="105">
                  <c:v>0.90221717150189484</c:v>
                </c:pt>
                <c:pt idx="106">
                  <c:v>0.72078022492117311</c:v>
                </c:pt>
                <c:pt idx="107">
                  <c:v>0.63721444236848779</c:v>
                </c:pt>
                <c:pt idx="108">
                  <c:v>0.47441950950749628</c:v>
                </c:pt>
                <c:pt idx="109">
                  <c:v>0.32190123322889064</c:v>
                </c:pt>
                <c:pt idx="110">
                  <c:v>0.22307198595407918</c:v>
                </c:pt>
                <c:pt idx="111">
                  <c:v>0.14205354301286707</c:v>
                </c:pt>
                <c:pt idx="112">
                  <c:v>1.0466686629353739</c:v>
                </c:pt>
                <c:pt idx="113">
                  <c:v>0.90651401721042757</c:v>
                </c:pt>
                <c:pt idx="114">
                  <c:v>0.72159265297518183</c:v>
                </c:pt>
                <c:pt idx="115">
                  <c:v>0.63748441188209959</c:v>
                </c:pt>
                <c:pt idx="116">
                  <c:v>0.47447112909629291</c:v>
                </c:pt>
                <c:pt idx="117">
                  <c:v>0.32180875683438676</c:v>
                </c:pt>
                <c:pt idx="118">
                  <c:v>0.22302938608239906</c:v>
                </c:pt>
                <c:pt idx="119">
                  <c:v>0.1420410533253128</c:v>
                </c:pt>
                <c:pt idx="120">
                  <c:v>1.0557219139250815</c:v>
                </c:pt>
                <c:pt idx="121">
                  <c:v>0.91435545672360263</c:v>
                </c:pt>
                <c:pt idx="122">
                  <c:v>0.72619171371937186</c:v>
                </c:pt>
                <c:pt idx="123">
                  <c:v>0.63869896113936353</c:v>
                </c:pt>
                <c:pt idx="124">
                  <c:v>0.47501053508408175</c:v>
                </c:pt>
                <c:pt idx="125">
                  <c:v>0.32205888788737613</c:v>
                </c:pt>
                <c:pt idx="126">
                  <c:v>0.22322129895775125</c:v>
                </c:pt>
                <c:pt idx="127">
                  <c:v>0.14220237315996784</c:v>
                </c:pt>
                <c:pt idx="128">
                  <c:v>1.06684190511447</c:v>
                </c:pt>
                <c:pt idx="129">
                  <c:v>0.92449292062687372</c:v>
                </c:pt>
                <c:pt idx="130">
                  <c:v>0.7272317936445527</c:v>
                </c:pt>
                <c:pt idx="131">
                  <c:v>0.64148984599795222</c:v>
                </c:pt>
                <c:pt idx="132">
                  <c:v>0.47648057224986196</c:v>
                </c:pt>
                <c:pt idx="133">
                  <c:v>0.32282750637696261</c:v>
                </c:pt>
                <c:pt idx="134">
                  <c:v>0.2238573564203547</c:v>
                </c:pt>
                <c:pt idx="135">
                  <c:v>0.14264623796162224</c:v>
                </c:pt>
                <c:pt idx="136">
                  <c:v>1.0788359032234938</c:v>
                </c:pt>
                <c:pt idx="137">
                  <c:v>0.93465244226250221</c:v>
                </c:pt>
                <c:pt idx="138">
                  <c:v>0.74023901546435023</c:v>
                </c:pt>
                <c:pt idx="139">
                  <c:v>0.64524468622447506</c:v>
                </c:pt>
                <c:pt idx="140">
                  <c:v>0.47860450346298195</c:v>
                </c:pt>
                <c:pt idx="141">
                  <c:v>0.32406277938969347</c:v>
                </c:pt>
                <c:pt idx="142">
                  <c:v>0.22483118510972766</c:v>
                </c:pt>
                <c:pt idx="143">
                  <c:v>0.14331896647601899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F7AF-448E-98F9-A5AF8732AAA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508305824"/>
        <c:axId val="508308120"/>
      </c:scatterChart>
      <c:scatterChart>
        <c:scatterStyle val="smoothMarker"/>
        <c:varyColors val="0"/>
        <c:ser>
          <c:idx val="1"/>
          <c:order val="1"/>
          <c:tx>
            <c:v>Buckling curve b</c:v>
          </c:tx>
          <c:spPr>
            <a:ln w="25400" cap="rnd" cmpd="sng" algn="ctr">
              <a:solidFill>
                <a:sysClr val="windowText" lastClr="000000">
                  <a:lumMod val="100000"/>
                </a:sysClr>
              </a:solidFill>
              <a:prstDash val="dash"/>
              <a:round/>
              <a:headEnd type="none" w="med" len="med"/>
              <a:tailEnd type="none" w="med" len="med"/>
            </a:ln>
            <a:effectLst/>
          </c:spPr>
          <c:marker>
            <c:symbol val="none"/>
          </c:marker>
          <c:xVal>
            <c:numRef>
              <c:f>General_data_graphs!$E$24:$E$224</c:f>
              <c:numCache>
                <c:formatCode>General</c:formatCode>
                <c:ptCount val="201"/>
                <c:pt idx="0">
                  <c:v>0</c:v>
                </c:pt>
                <c:pt idx="1">
                  <c:v>1.4999999999999999E-2</c:v>
                </c:pt>
                <c:pt idx="2">
                  <c:v>0.03</c:v>
                </c:pt>
                <c:pt idx="3">
                  <c:v>4.4999999999999998E-2</c:v>
                </c:pt>
                <c:pt idx="4">
                  <c:v>0.06</c:v>
                </c:pt>
                <c:pt idx="5">
                  <c:v>7.4999999999999997E-2</c:v>
                </c:pt>
                <c:pt idx="6">
                  <c:v>0.09</c:v>
                </c:pt>
                <c:pt idx="7">
                  <c:v>0.105</c:v>
                </c:pt>
                <c:pt idx="8">
                  <c:v>0.12</c:v>
                </c:pt>
                <c:pt idx="9">
                  <c:v>0.13500000000000001</c:v>
                </c:pt>
                <c:pt idx="10">
                  <c:v>0.15</c:v>
                </c:pt>
                <c:pt idx="11">
                  <c:v>0.16499999999999998</c:v>
                </c:pt>
                <c:pt idx="12">
                  <c:v>0.18</c:v>
                </c:pt>
                <c:pt idx="13">
                  <c:v>0.19500000000000001</c:v>
                </c:pt>
                <c:pt idx="14">
                  <c:v>0.21</c:v>
                </c:pt>
                <c:pt idx="15">
                  <c:v>0.22499999999999998</c:v>
                </c:pt>
                <c:pt idx="16">
                  <c:v>0.24</c:v>
                </c:pt>
                <c:pt idx="17">
                  <c:v>0.255</c:v>
                </c:pt>
                <c:pt idx="18">
                  <c:v>0.27</c:v>
                </c:pt>
                <c:pt idx="19">
                  <c:v>0.28499999999999998</c:v>
                </c:pt>
                <c:pt idx="20">
                  <c:v>0.3</c:v>
                </c:pt>
                <c:pt idx="21">
                  <c:v>0.315</c:v>
                </c:pt>
                <c:pt idx="22">
                  <c:v>0.32999999999999996</c:v>
                </c:pt>
                <c:pt idx="23">
                  <c:v>0.34499999999999997</c:v>
                </c:pt>
                <c:pt idx="24">
                  <c:v>0.36</c:v>
                </c:pt>
                <c:pt idx="25">
                  <c:v>0.375</c:v>
                </c:pt>
                <c:pt idx="26">
                  <c:v>0.39</c:v>
                </c:pt>
                <c:pt idx="27">
                  <c:v>0.40499999999999997</c:v>
                </c:pt>
                <c:pt idx="28">
                  <c:v>0.42</c:v>
                </c:pt>
                <c:pt idx="29">
                  <c:v>0.435</c:v>
                </c:pt>
                <c:pt idx="30">
                  <c:v>0.44999999999999996</c:v>
                </c:pt>
                <c:pt idx="31">
                  <c:v>0.46499999999999997</c:v>
                </c:pt>
                <c:pt idx="32">
                  <c:v>0.48</c:v>
                </c:pt>
                <c:pt idx="33">
                  <c:v>0.495</c:v>
                </c:pt>
                <c:pt idx="34">
                  <c:v>0.51</c:v>
                </c:pt>
                <c:pt idx="35">
                  <c:v>0.52500000000000002</c:v>
                </c:pt>
                <c:pt idx="36">
                  <c:v>0.54</c:v>
                </c:pt>
                <c:pt idx="37">
                  <c:v>0.55499999999999994</c:v>
                </c:pt>
                <c:pt idx="38">
                  <c:v>0.56999999999999995</c:v>
                </c:pt>
                <c:pt idx="39">
                  <c:v>0.58499999999999996</c:v>
                </c:pt>
                <c:pt idx="40">
                  <c:v>0.6</c:v>
                </c:pt>
                <c:pt idx="41">
                  <c:v>0.61499999999999999</c:v>
                </c:pt>
                <c:pt idx="42">
                  <c:v>0.63</c:v>
                </c:pt>
                <c:pt idx="43">
                  <c:v>0.64500000000000002</c:v>
                </c:pt>
                <c:pt idx="44">
                  <c:v>0.65999999999999992</c:v>
                </c:pt>
                <c:pt idx="45">
                  <c:v>0.67499999999999993</c:v>
                </c:pt>
                <c:pt idx="46">
                  <c:v>0.69</c:v>
                </c:pt>
                <c:pt idx="47">
                  <c:v>0.70499999999999996</c:v>
                </c:pt>
                <c:pt idx="48">
                  <c:v>0.72</c:v>
                </c:pt>
                <c:pt idx="49">
                  <c:v>0.73499999999999999</c:v>
                </c:pt>
                <c:pt idx="50">
                  <c:v>0.75</c:v>
                </c:pt>
                <c:pt idx="51">
                  <c:v>0.76500000000000001</c:v>
                </c:pt>
                <c:pt idx="52">
                  <c:v>0.78</c:v>
                </c:pt>
                <c:pt idx="53">
                  <c:v>0.79499999999999993</c:v>
                </c:pt>
                <c:pt idx="54">
                  <c:v>0.80999999999999994</c:v>
                </c:pt>
                <c:pt idx="55">
                  <c:v>0.82499999999999996</c:v>
                </c:pt>
                <c:pt idx="56">
                  <c:v>0.84</c:v>
                </c:pt>
                <c:pt idx="57">
                  <c:v>0.85499999999999998</c:v>
                </c:pt>
                <c:pt idx="58">
                  <c:v>0.87</c:v>
                </c:pt>
                <c:pt idx="59">
                  <c:v>0.88500000000000001</c:v>
                </c:pt>
                <c:pt idx="60">
                  <c:v>0.89999999999999991</c:v>
                </c:pt>
                <c:pt idx="61">
                  <c:v>0.91499999999999992</c:v>
                </c:pt>
                <c:pt idx="62">
                  <c:v>0.92999999999999994</c:v>
                </c:pt>
                <c:pt idx="63">
                  <c:v>0.94499999999999995</c:v>
                </c:pt>
                <c:pt idx="64">
                  <c:v>0.96</c:v>
                </c:pt>
                <c:pt idx="65">
                  <c:v>0.97499999999999998</c:v>
                </c:pt>
                <c:pt idx="66">
                  <c:v>0.99</c:v>
                </c:pt>
                <c:pt idx="67">
                  <c:v>1.0049999999999999</c:v>
                </c:pt>
                <c:pt idx="68">
                  <c:v>1.02</c:v>
                </c:pt>
                <c:pt idx="69">
                  <c:v>1.0349999999999999</c:v>
                </c:pt>
                <c:pt idx="70">
                  <c:v>1.05</c:v>
                </c:pt>
                <c:pt idx="71">
                  <c:v>1.0649999999999999</c:v>
                </c:pt>
                <c:pt idx="72">
                  <c:v>1.08</c:v>
                </c:pt>
                <c:pt idx="73">
                  <c:v>1.095</c:v>
                </c:pt>
                <c:pt idx="74">
                  <c:v>1.1099999999999999</c:v>
                </c:pt>
                <c:pt idx="75">
                  <c:v>1.125</c:v>
                </c:pt>
                <c:pt idx="76">
                  <c:v>1.1399999999999999</c:v>
                </c:pt>
                <c:pt idx="77">
                  <c:v>1.155</c:v>
                </c:pt>
                <c:pt idx="78">
                  <c:v>1.17</c:v>
                </c:pt>
                <c:pt idx="79">
                  <c:v>1.1850000000000001</c:v>
                </c:pt>
                <c:pt idx="80">
                  <c:v>1.2</c:v>
                </c:pt>
                <c:pt idx="81">
                  <c:v>1.2149999999999999</c:v>
                </c:pt>
                <c:pt idx="82">
                  <c:v>1.23</c:v>
                </c:pt>
                <c:pt idx="83">
                  <c:v>1.2449999999999999</c:v>
                </c:pt>
                <c:pt idx="84">
                  <c:v>1.26</c:v>
                </c:pt>
                <c:pt idx="85">
                  <c:v>1.2749999999999999</c:v>
                </c:pt>
                <c:pt idx="86">
                  <c:v>1.29</c:v>
                </c:pt>
                <c:pt idx="87">
                  <c:v>1.3049999999999999</c:v>
                </c:pt>
                <c:pt idx="88">
                  <c:v>1.3199999999999998</c:v>
                </c:pt>
                <c:pt idx="89">
                  <c:v>1.335</c:v>
                </c:pt>
                <c:pt idx="90">
                  <c:v>1.3499999999999999</c:v>
                </c:pt>
                <c:pt idx="91">
                  <c:v>1.365</c:v>
                </c:pt>
                <c:pt idx="92">
                  <c:v>1.38</c:v>
                </c:pt>
                <c:pt idx="93">
                  <c:v>1.395</c:v>
                </c:pt>
                <c:pt idx="94">
                  <c:v>1.41</c:v>
                </c:pt>
                <c:pt idx="95">
                  <c:v>1.425</c:v>
                </c:pt>
                <c:pt idx="96">
                  <c:v>1.44</c:v>
                </c:pt>
                <c:pt idx="97">
                  <c:v>1.4549999999999998</c:v>
                </c:pt>
                <c:pt idx="98">
                  <c:v>1.47</c:v>
                </c:pt>
                <c:pt idx="99">
                  <c:v>1.4849999999999999</c:v>
                </c:pt>
                <c:pt idx="100">
                  <c:v>1.5</c:v>
                </c:pt>
                <c:pt idx="101">
                  <c:v>1.5149999999999999</c:v>
                </c:pt>
                <c:pt idx="102">
                  <c:v>1.53</c:v>
                </c:pt>
                <c:pt idx="103">
                  <c:v>1.5449999999999999</c:v>
                </c:pt>
                <c:pt idx="104">
                  <c:v>1.56</c:v>
                </c:pt>
                <c:pt idx="105">
                  <c:v>1.575</c:v>
                </c:pt>
                <c:pt idx="106">
                  <c:v>1.5899999999999999</c:v>
                </c:pt>
                <c:pt idx="107">
                  <c:v>1.605</c:v>
                </c:pt>
                <c:pt idx="108">
                  <c:v>1.6199999999999999</c:v>
                </c:pt>
                <c:pt idx="109">
                  <c:v>1.635</c:v>
                </c:pt>
                <c:pt idx="110">
                  <c:v>1.65</c:v>
                </c:pt>
                <c:pt idx="111">
                  <c:v>1.665</c:v>
                </c:pt>
                <c:pt idx="112">
                  <c:v>1.68</c:v>
                </c:pt>
                <c:pt idx="113">
                  <c:v>1.6949999999999998</c:v>
                </c:pt>
                <c:pt idx="114">
                  <c:v>1.71</c:v>
                </c:pt>
                <c:pt idx="115">
                  <c:v>1.7249999999999999</c:v>
                </c:pt>
                <c:pt idx="116">
                  <c:v>1.74</c:v>
                </c:pt>
                <c:pt idx="117">
                  <c:v>1.7549999999999999</c:v>
                </c:pt>
                <c:pt idx="118">
                  <c:v>1.77</c:v>
                </c:pt>
                <c:pt idx="119">
                  <c:v>1.7849999999999999</c:v>
                </c:pt>
                <c:pt idx="120">
                  <c:v>1.7999999999999998</c:v>
                </c:pt>
                <c:pt idx="121">
                  <c:v>1.8149999999999999</c:v>
                </c:pt>
                <c:pt idx="122">
                  <c:v>1.8299999999999998</c:v>
                </c:pt>
                <c:pt idx="123">
                  <c:v>1.845</c:v>
                </c:pt>
                <c:pt idx="124">
                  <c:v>1.8599999999999999</c:v>
                </c:pt>
                <c:pt idx="125">
                  <c:v>1.875</c:v>
                </c:pt>
                <c:pt idx="126">
                  <c:v>1.89</c:v>
                </c:pt>
                <c:pt idx="127">
                  <c:v>1.905</c:v>
                </c:pt>
                <c:pt idx="128">
                  <c:v>1.92</c:v>
                </c:pt>
                <c:pt idx="129">
                  <c:v>1.9349999999999998</c:v>
                </c:pt>
                <c:pt idx="130">
                  <c:v>1.95</c:v>
                </c:pt>
                <c:pt idx="131">
                  <c:v>1.9649999999999999</c:v>
                </c:pt>
                <c:pt idx="132">
                  <c:v>1.98</c:v>
                </c:pt>
                <c:pt idx="133">
                  <c:v>1.9949999999999999</c:v>
                </c:pt>
                <c:pt idx="134">
                  <c:v>2.0099999999999998</c:v>
                </c:pt>
                <c:pt idx="135">
                  <c:v>2.0249999999999999</c:v>
                </c:pt>
                <c:pt idx="136">
                  <c:v>2.04</c:v>
                </c:pt>
                <c:pt idx="137">
                  <c:v>2.0549999999999997</c:v>
                </c:pt>
                <c:pt idx="138">
                  <c:v>2.0699999999999998</c:v>
                </c:pt>
                <c:pt idx="139">
                  <c:v>2.085</c:v>
                </c:pt>
                <c:pt idx="140">
                  <c:v>2.1</c:v>
                </c:pt>
                <c:pt idx="141">
                  <c:v>2.1149999999999998</c:v>
                </c:pt>
                <c:pt idx="142">
                  <c:v>2.13</c:v>
                </c:pt>
                <c:pt idx="143">
                  <c:v>2.145</c:v>
                </c:pt>
                <c:pt idx="144">
                  <c:v>2.16</c:v>
                </c:pt>
                <c:pt idx="145">
                  <c:v>2.1749999999999998</c:v>
                </c:pt>
                <c:pt idx="146">
                  <c:v>2.19</c:v>
                </c:pt>
                <c:pt idx="147">
                  <c:v>2.2050000000000001</c:v>
                </c:pt>
                <c:pt idx="148">
                  <c:v>2.2199999999999998</c:v>
                </c:pt>
                <c:pt idx="149">
                  <c:v>2.2349999999999999</c:v>
                </c:pt>
                <c:pt idx="150">
                  <c:v>2.25</c:v>
                </c:pt>
                <c:pt idx="151">
                  <c:v>2.2650000000000001</c:v>
                </c:pt>
                <c:pt idx="152">
                  <c:v>2.2799999999999998</c:v>
                </c:pt>
                <c:pt idx="153">
                  <c:v>2.2949999999999999</c:v>
                </c:pt>
                <c:pt idx="154">
                  <c:v>2.31</c:v>
                </c:pt>
                <c:pt idx="155">
                  <c:v>2.3249999999999997</c:v>
                </c:pt>
                <c:pt idx="156">
                  <c:v>2.34</c:v>
                </c:pt>
                <c:pt idx="157">
                  <c:v>2.355</c:v>
                </c:pt>
                <c:pt idx="158">
                  <c:v>2.37</c:v>
                </c:pt>
                <c:pt idx="159">
                  <c:v>2.3849999999999998</c:v>
                </c:pt>
                <c:pt idx="160">
                  <c:v>2.4</c:v>
                </c:pt>
                <c:pt idx="161">
                  <c:v>2.415</c:v>
                </c:pt>
                <c:pt idx="162">
                  <c:v>2.4299999999999997</c:v>
                </c:pt>
                <c:pt idx="163">
                  <c:v>2.4449999999999998</c:v>
                </c:pt>
                <c:pt idx="164">
                  <c:v>2.46</c:v>
                </c:pt>
                <c:pt idx="165">
                  <c:v>2.4750000000000001</c:v>
                </c:pt>
                <c:pt idx="166">
                  <c:v>2.4899999999999998</c:v>
                </c:pt>
                <c:pt idx="167">
                  <c:v>2.5049999999999999</c:v>
                </c:pt>
                <c:pt idx="168">
                  <c:v>2.52</c:v>
                </c:pt>
                <c:pt idx="169">
                  <c:v>2.5349999999999997</c:v>
                </c:pt>
                <c:pt idx="170">
                  <c:v>2.5499999999999998</c:v>
                </c:pt>
                <c:pt idx="171">
                  <c:v>2.5649999999999999</c:v>
                </c:pt>
                <c:pt idx="172">
                  <c:v>2.58</c:v>
                </c:pt>
                <c:pt idx="173">
                  <c:v>2.5949999999999998</c:v>
                </c:pt>
                <c:pt idx="174">
                  <c:v>2.61</c:v>
                </c:pt>
                <c:pt idx="175">
                  <c:v>2.625</c:v>
                </c:pt>
                <c:pt idx="176">
                  <c:v>2.6399999999999997</c:v>
                </c:pt>
                <c:pt idx="177">
                  <c:v>2.6549999999999998</c:v>
                </c:pt>
                <c:pt idx="178">
                  <c:v>2.67</c:v>
                </c:pt>
                <c:pt idx="179">
                  <c:v>2.6850000000000001</c:v>
                </c:pt>
                <c:pt idx="180">
                  <c:v>2.6999999999999997</c:v>
                </c:pt>
                <c:pt idx="181">
                  <c:v>2.7149999999999999</c:v>
                </c:pt>
                <c:pt idx="182">
                  <c:v>2.73</c:v>
                </c:pt>
                <c:pt idx="183">
                  <c:v>2.7450000000000001</c:v>
                </c:pt>
                <c:pt idx="184">
                  <c:v>2.76</c:v>
                </c:pt>
                <c:pt idx="185">
                  <c:v>2.7749999999999999</c:v>
                </c:pt>
                <c:pt idx="186">
                  <c:v>2.79</c:v>
                </c:pt>
                <c:pt idx="187">
                  <c:v>2.8049999999999997</c:v>
                </c:pt>
                <c:pt idx="188">
                  <c:v>2.82</c:v>
                </c:pt>
                <c:pt idx="189">
                  <c:v>2.835</c:v>
                </c:pt>
                <c:pt idx="190">
                  <c:v>2.85</c:v>
                </c:pt>
                <c:pt idx="191">
                  <c:v>2.8649999999999998</c:v>
                </c:pt>
                <c:pt idx="192">
                  <c:v>2.88</c:v>
                </c:pt>
                <c:pt idx="193">
                  <c:v>2.895</c:v>
                </c:pt>
                <c:pt idx="194">
                  <c:v>2.9099999999999997</c:v>
                </c:pt>
                <c:pt idx="195">
                  <c:v>2.9249999999999998</c:v>
                </c:pt>
                <c:pt idx="196">
                  <c:v>2.94</c:v>
                </c:pt>
                <c:pt idx="197">
                  <c:v>2.9550000000000001</c:v>
                </c:pt>
                <c:pt idx="198">
                  <c:v>2.9699999999999998</c:v>
                </c:pt>
                <c:pt idx="199">
                  <c:v>2.9849999999999999</c:v>
                </c:pt>
                <c:pt idx="200">
                  <c:v>3</c:v>
                </c:pt>
              </c:numCache>
            </c:numRef>
          </c:xVal>
          <c:yVal>
            <c:numRef>
              <c:f>General_data_graphs!$F$24:$F$224</c:f>
              <c:numCache>
                <c:formatCode>General</c:formatCode>
                <c:ptCount val="201"/>
                <c:pt idx="0">
                  <c:v>1</c:v>
                </c:pt>
                <c:pt idx="1">
                  <c:v>1</c:v>
                </c:pt>
                <c:pt idx="2">
                  <c:v>1</c:v>
                </c:pt>
                <c:pt idx="3">
                  <c:v>1</c:v>
                </c:pt>
                <c:pt idx="4">
                  <c:v>1</c:v>
                </c:pt>
                <c:pt idx="5">
                  <c:v>1</c:v>
                </c:pt>
                <c:pt idx="6">
                  <c:v>1</c:v>
                </c:pt>
                <c:pt idx="7">
                  <c:v>1</c:v>
                </c:pt>
                <c:pt idx="8">
                  <c:v>1</c:v>
                </c:pt>
                <c:pt idx="9">
                  <c:v>1</c:v>
                </c:pt>
                <c:pt idx="10">
                  <c:v>1</c:v>
                </c:pt>
                <c:pt idx="11">
                  <c:v>1</c:v>
                </c:pt>
                <c:pt idx="12">
                  <c:v>1</c:v>
                </c:pt>
                <c:pt idx="13">
                  <c:v>1</c:v>
                </c:pt>
                <c:pt idx="14">
                  <c:v>0.9964563262704017</c:v>
                </c:pt>
                <c:pt idx="15">
                  <c:v>0.99113034864148053</c:v>
                </c:pt>
                <c:pt idx="16">
                  <c:v>0.98578623117000286</c:v>
                </c:pt>
                <c:pt idx="17">
                  <c:v>0.98041778874503482</c:v>
                </c:pt>
                <c:pt idx="18">
                  <c:v>0.97501892265540446</c:v>
                </c:pt>
                <c:pt idx="19">
                  <c:v>0.96958360816584765</c:v>
                </c:pt>
                <c:pt idx="20">
                  <c:v>0.96410588440475942</c:v>
                </c:pt>
                <c:pt idx="21">
                  <c:v>0.95857984657366768</c:v>
                </c:pt>
                <c:pt idx="22">
                  <c:v>0.95299964052159802</c:v>
                </c:pt>
                <c:pt idx="23">
                  <c:v>0.94735945975805069</c:v>
                </c:pt>
                <c:pt idx="24">
                  <c:v>0.94165354500629239</c:v>
                </c:pt>
                <c:pt idx="25">
                  <c:v>0.9358761864237527</c:v>
                </c:pt>
                <c:pt idx="26">
                  <c:v>0.93002172863802024</c:v>
                </c:pt>
                <c:pt idx="27">
                  <c:v>0.92408457876448347</c:v>
                </c:pt>
                <c:pt idx="28">
                  <c:v>0.91805921758411024</c:v>
                </c:pt>
                <c:pt idx="29">
                  <c:v>0.91194021406595116</c:v>
                </c:pt>
                <c:pt idx="30">
                  <c:v>0.90572224341724772</c:v>
                </c:pt>
                <c:pt idx="31">
                  <c:v>0.89940010883282862</c:v>
                </c:pt>
                <c:pt idx="32">
                  <c:v>0.89296876709294204</c:v>
                </c:pt>
                <c:pt idx="33">
                  <c:v>0.88642335812278528</c:v>
                </c:pt>
                <c:pt idx="34">
                  <c:v>0.87975923857579308</c:v>
                </c:pt>
                <c:pt idx="35">
                  <c:v>0.87297201943430869</c:v>
                </c:pt>
                <c:pt idx="36">
                  <c:v>0.86605760753404759</c:v>
                </c:pt>
                <c:pt idx="37">
                  <c:v>0.85901225081165722</c:v>
                </c:pt>
                <c:pt idx="38">
                  <c:v>0.85183258694748443</c:v>
                </c:pt>
                <c:pt idx="39">
                  <c:v>0.8445156949291458</c:v>
                </c:pt>
                <c:pt idx="40">
                  <c:v>0.83705914889797306</c:v>
                </c:pt>
                <c:pt idx="41">
                  <c:v>0.82946107346376652</c:v>
                </c:pt>
                <c:pt idx="42">
                  <c:v>0.82172019948950659</c:v>
                </c:pt>
                <c:pt idx="43">
                  <c:v>0.813835919164692</c:v>
                </c:pt>
                <c:pt idx="44">
                  <c:v>0.80580833901389315</c:v>
                </c:pt>
                <c:pt idx="45">
                  <c:v>0.79763832933777834</c:v>
                </c:pt>
                <c:pt idx="46">
                  <c:v>0.78932756847047669</c:v>
                </c:pt>
                <c:pt idx="47">
                  <c:v>0.7808785801733541</c:v>
                </c:pt>
                <c:pt idx="48">
                  <c:v>0.77229476248420137</c:v>
                </c:pt>
                <c:pt idx="49">
                  <c:v>0.76358040641365232</c:v>
                </c:pt>
                <c:pt idx="50">
                  <c:v>0.75474070303528973</c:v>
                </c:pt>
                <c:pt idx="51">
                  <c:v>0.74578173775551426</c:v>
                </c:pt>
                <c:pt idx="52">
                  <c:v>0.73671047087120767</c:v>
                </c:pt>
                <c:pt idx="53">
                  <c:v>0.72753470391826525</c:v>
                </c:pt>
                <c:pt idx="54">
                  <c:v>0.71826303176626616</c:v>
                </c:pt>
                <c:pt idx="55">
                  <c:v>0.70890478090192133</c:v>
                </c:pt>
                <c:pt idx="56">
                  <c:v>0.699469934839825</c:v>
                </c:pt>
                <c:pt idx="57">
                  <c:v>0.68996904807422277</c:v>
                </c:pt>
                <c:pt idx="58">
                  <c:v>0.68041315041068062</c:v>
                </c:pt>
                <c:pt idx="59">
                  <c:v>0.67081364386508757</c:v>
                </c:pt>
                <c:pt idx="60">
                  <c:v>0.66118219456787619</c:v>
                </c:pt>
                <c:pt idx="61">
                  <c:v>0.65153062224947067</c:v>
                </c:pt>
                <c:pt idx="62">
                  <c:v>0.64187078990293445</c:v>
                </c:pt>
                <c:pt idx="63">
                  <c:v>0.63221449612450042</c:v>
                </c:pt>
                <c:pt idx="64">
                  <c:v>0.62257337243314637</c:v>
                </c:pt>
                <c:pt idx="65">
                  <c:v>0.61295878758423694</c:v>
                </c:pt>
                <c:pt idx="66">
                  <c:v>0.60338176054178261</c:v>
                </c:pt>
                <c:pt idx="67">
                  <c:v>0.59385288338361075</c:v>
                </c:pt>
                <c:pt idx="68">
                  <c:v>0.58438225500836105</c:v>
                </c:pt>
                <c:pt idx="69">
                  <c:v>0.57497942611534802</c:v>
                </c:pt>
                <c:pt idx="70">
                  <c:v>0.56565335555721841</c:v>
                </c:pt>
                <c:pt idx="71">
                  <c:v>0.55641237783576425</c:v>
                </c:pt>
                <c:pt idx="72">
                  <c:v>0.54726418123319276</c:v>
                </c:pt>
                <c:pt idx="73">
                  <c:v>0.53821579584992385</c:v>
                </c:pt>
                <c:pt idx="74">
                  <c:v>0.52927359065659441</c:v>
                </c:pt>
                <c:pt idx="75">
                  <c:v>0.52044327856006356</c:v>
                </c:pt>
                <c:pt idx="76">
                  <c:v>0.51172992842577114</c:v>
                </c:pt>
                <c:pt idx="77">
                  <c:v>0.50313798298514256</c:v>
                </c:pt>
                <c:pt idx="78">
                  <c:v>0.49467128157922019</c:v>
                </c:pt>
                <c:pt idx="79">
                  <c:v>0.48633308674046727</c:v>
                </c:pt>
                <c:pt idx="80">
                  <c:v>0.47812611368623387</c:v>
                </c:pt>
                <c:pt idx="81">
                  <c:v>0.47005256188277378</c:v>
                </c:pt>
                <c:pt idx="82">
                  <c:v>0.46211414793202898</c:v>
                </c:pt>
                <c:pt idx="83">
                  <c:v>0.45431213912965618</c:v>
                </c:pt>
                <c:pt idx="84">
                  <c:v>0.44664738713805141</c:v>
                </c:pt>
                <c:pt idx="85">
                  <c:v>0.43912036130943394</c:v>
                </c:pt>
                <c:pt idx="86">
                  <c:v>0.43173118127929588</c:v>
                </c:pt>
                <c:pt idx="87">
                  <c:v>0.42447964852833647</c:v>
                </c:pt>
                <c:pt idx="88">
                  <c:v>0.41736527668064283</c:v>
                </c:pt>
                <c:pt idx="89">
                  <c:v>0.41038732036708658</c:v>
                </c:pt>
                <c:pt idx="90">
                  <c:v>0.403544802535799</c:v>
                </c:pt>
                <c:pt idx="91">
                  <c:v>0.39683654013652059</c:v>
                </c:pt>
                <c:pt idx="92">
                  <c:v>0.39026116814318068</c:v>
                </c:pt>
                <c:pt idx="93">
                  <c:v>0.38381716190987036</c:v>
                </c:pt>
                <c:pt idx="94">
                  <c:v>0.37750285788018695</c:v>
                </c:pt>
                <c:pt idx="95">
                  <c:v>0.37131647268943579</c:v>
                </c:pt>
                <c:pt idx="96">
                  <c:v>0.36525612071411551</c:v>
                </c:pt>
                <c:pt idx="97">
                  <c:v>0.35931983013413499</c:v>
                </c:pt>
                <c:pt idx="98">
                  <c:v>0.35350555758093699</c:v>
                </c:pt>
                <c:pt idx="99">
                  <c:v>0.34781120144969641</c:v>
                </c:pt>
                <c:pt idx="100">
                  <c:v>0.3422346139564999</c:v>
                </c:pt>
                <c:pt idx="101">
                  <c:v>0.33677361202235717</c:v>
                </c:pt>
                <c:pt idx="102">
                  <c:v>0.33142598706538484</c:v>
                </c:pt>
                <c:pt idx="103">
                  <c:v>0.32618951378089733</c:v>
                </c:pt>
                <c:pt idx="104">
                  <c:v>0.32106195798667053</c:v>
                </c:pt>
                <c:pt idx="105">
                  <c:v>0.31604108360757144</c:v>
                </c:pt>
                <c:pt idx="106">
                  <c:v>0.31112465887022939</c:v>
                </c:pt>
                <c:pt idx="107">
                  <c:v>0.30631046177463694</c:v>
                </c:pt>
                <c:pt idx="108">
                  <c:v>0.30159628490561402</c:v>
                </c:pt>
                <c:pt idx="109">
                  <c:v>0.29697993964306119</c:v>
                </c:pt>
                <c:pt idx="110">
                  <c:v>0.29245925982593335</c:v>
                </c:pt>
                <c:pt idx="111">
                  <c:v>0.28803210492094594</c:v>
                </c:pt>
                <c:pt idx="112">
                  <c:v>0.28369636274322541</c:v>
                </c:pt>
                <c:pt idx="113">
                  <c:v>0.27944995177246401</c:v>
                </c:pt>
                <c:pt idx="114">
                  <c:v>0.27529082310466518</c:v>
                </c:pt>
                <c:pt idx="115">
                  <c:v>0.27121696207627088</c:v>
                </c:pt>
                <c:pt idx="116">
                  <c:v>0.26722638959436629</c:v>
                </c:pt>
                <c:pt idx="117">
                  <c:v>0.26331716320376097</c:v>
                </c:pt>
                <c:pt idx="118">
                  <c:v>0.25948737791903631</c:v>
                </c:pt>
                <c:pt idx="119">
                  <c:v>0.2557351668471422</c:v>
                </c:pt>
                <c:pt idx="120">
                  <c:v>0.25205870162379834</c:v>
                </c:pt>
                <c:pt idx="121">
                  <c:v>0.24845619268480829</c:v>
                </c:pt>
                <c:pt idx="122">
                  <c:v>0.24492588939142054</c:v>
                </c:pt>
                <c:pt idx="123">
                  <c:v>0.24146608002704778</c:v>
                </c:pt>
                <c:pt idx="124">
                  <c:v>0.2380750916809988</c:v>
                </c:pt>
                <c:pt idx="125">
                  <c:v>0.23475129003334438</c:v>
                </c:pt>
                <c:pt idx="126">
                  <c:v>0.23149307905365396</c:v>
                </c:pt>
                <c:pt idx="127">
                  <c:v>0.22829890062506178</c:v>
                </c:pt>
                <c:pt idx="128">
                  <c:v>0.22516723410397027</c:v>
                </c:pt>
                <c:pt idx="129">
                  <c:v>0.22209659582464106</c:v>
                </c:pt>
                <c:pt idx="130">
                  <c:v>0.21908553855696924</c:v>
                </c:pt>
                <c:pt idx="131">
                  <c:v>0.21613265092486802</c:v>
                </c:pt>
                <c:pt idx="132">
                  <c:v>0.21323655679190051</c:v>
                </c:pt>
                <c:pt idx="133">
                  <c:v>0.21039591462008694</c:v>
                </c:pt>
                <c:pt idx="134">
                  <c:v>0.20760941680716458</c:v>
                </c:pt>
                <c:pt idx="135">
                  <c:v>0.20487578900699754</c:v>
                </c:pt>
                <c:pt idx="136">
                  <c:v>0.20219378943730484</c:v>
                </c:pt>
                <c:pt idx="137">
                  <c:v>0.19956220817839829</c:v>
                </c:pt>
                <c:pt idx="138">
                  <c:v>0.1969798664661942</c:v>
                </c:pt>
                <c:pt idx="139">
                  <c:v>0.19444561598237489</c:v>
                </c:pt>
                <c:pt idx="140">
                  <c:v>0.19195833814422772</c:v>
                </c:pt>
                <c:pt idx="141">
                  <c:v>0.1895169433963759</c:v>
                </c:pt>
                <c:pt idx="142">
                  <c:v>0.18712037050633482</c:v>
                </c:pt>
                <c:pt idx="143">
                  <c:v>0.18476758586557401</c:v>
                </c:pt>
                <c:pt idx="144">
                  <c:v>0.18245758279753718</c:v>
                </c:pt>
                <c:pt idx="145">
                  <c:v>0.18018938087387193</c:v>
                </c:pt>
                <c:pt idx="146">
                  <c:v>0.17796202523993543</c:v>
                </c:pt>
                <c:pt idx="147">
                  <c:v>0.17577458595048387</c:v>
                </c:pt>
                <c:pt idx="148">
                  <c:v>0.17362615731630376</c:v>
                </c:pt>
                <c:pt idx="149">
                  <c:v>0.17151585726241644</c:v>
                </c:pt>
                <c:pt idx="150">
                  <c:v>0.1694428266983716</c:v>
                </c:pt>
                <c:pt idx="151">
                  <c:v>0.16740622890104068</c:v>
                </c:pt>
                <c:pt idx="152">
                  <c:v>0.16540524891023292</c:v>
                </c:pt>
                <c:pt idx="153">
                  <c:v>0.16343909293737377</c:v>
                </c:pt>
                <c:pt idx="154">
                  <c:v>0.16150698778741479</c:v>
                </c:pt>
                <c:pt idx="155">
                  <c:v>0.15960818029408153</c:v>
                </c:pt>
                <c:pt idx="156">
                  <c:v>0.15774193676850901</c:v>
                </c:pt>
                <c:pt idx="157">
                  <c:v>0.15590754246126776</c:v>
                </c:pt>
                <c:pt idx="158">
                  <c:v>0.1541043010377392</c:v>
                </c:pt>
                <c:pt idx="159">
                  <c:v>0.15233153406676186</c:v>
                </c:pt>
                <c:pt idx="160">
                  <c:v>0.15058858052243959</c:v>
                </c:pt>
                <c:pt idx="161">
                  <c:v>0.14887479629897327</c:v>
                </c:pt>
                <c:pt idx="162">
                  <c:v>0.14718955373835407</c:v>
                </c:pt>
                <c:pt idx="163">
                  <c:v>0.14553224117073643</c:v>
                </c:pt>
                <c:pt idx="164">
                  <c:v>0.14390226246729174</c:v>
                </c:pt>
                <c:pt idx="165">
                  <c:v>0.14229903660532842</c:v>
                </c:pt>
                <c:pt idx="166">
                  <c:v>0.14072199724545312</c:v>
                </c:pt>
                <c:pt idx="167">
                  <c:v>0.13917059232053747</c:v>
                </c:pt>
                <c:pt idx="168">
                  <c:v>0.13764428363624803</c:v>
                </c:pt>
                <c:pt idx="169">
                  <c:v>0.1361425464828897</c:v>
                </c:pt>
                <c:pt idx="170">
                  <c:v>0.13466486925830937</c:v>
                </c:pt>
                <c:pt idx="171">
                  <c:v>0.13321075310160396</c:v>
                </c:pt>
                <c:pt idx="172">
                  <c:v>0.13177971153737428</c:v>
                </c:pt>
                <c:pt idx="173">
                  <c:v>0.1303712701302655</c:v>
                </c:pt>
                <c:pt idx="174">
                  <c:v>0.12898496614953597</c:v>
                </c:pt>
                <c:pt idx="175">
                  <c:v>0.12762034824339635</c:v>
                </c:pt>
                <c:pt idx="176">
                  <c:v>0.1262769761228632</c:v>
                </c:pt>
                <c:pt idx="177">
                  <c:v>0.12495442025487262</c:v>
                </c:pt>
                <c:pt idx="178">
                  <c:v>0.12365226156440431</c:v>
                </c:pt>
                <c:pt idx="179">
                  <c:v>0.12237009114536712</c:v>
                </c:pt>
                <c:pt idx="180">
                  <c:v>0.12110750998000297</c:v>
                </c:pt>
                <c:pt idx="181">
                  <c:v>0.11986412866656895</c:v>
                </c:pt>
                <c:pt idx="182">
                  <c:v>0.11863956715506244</c:v>
                </c:pt>
                <c:pt idx="183">
                  <c:v>0.11743345449075737</c:v>
                </c:pt>
                <c:pt idx="184">
                  <c:v>0.11624542856532603</c:v>
                </c:pt>
                <c:pt idx="185">
                  <c:v>0.11507513587532406</c:v>
                </c:pt>
                <c:pt idx="186">
                  <c:v>0.11392223128782304</c:v>
                </c:pt>
                <c:pt idx="187">
                  <c:v>0.11278637781297782</c:v>
                </c:pt>
                <c:pt idx="188">
                  <c:v>0.11166724638332289</c:v>
                </c:pt>
                <c:pt idx="189">
                  <c:v>0.11056451563959617</c:v>
                </c:pt>
                <c:pt idx="190">
                  <c:v>0.1094778717228936</c:v>
                </c:pt>
                <c:pt idx="191">
                  <c:v>0.10840700807296373</c:v>
                </c:pt>
                <c:pt idx="192">
                  <c:v>0.10735162523245542</c:v>
                </c:pt>
                <c:pt idx="193">
                  <c:v>0.10631143065693853</c:v>
                </c:pt>
                <c:pt idx="194">
                  <c:v>0.10528613853052031</c:v>
                </c:pt>
                <c:pt idx="195">
                  <c:v>0.1042754695868871</c:v>
                </c:pt>
                <c:pt idx="196">
                  <c:v>0.10327915093560472</c:v>
                </c:pt>
                <c:pt idx="197">
                  <c:v>0.10229691589351535</c:v>
                </c:pt>
                <c:pt idx="198">
                  <c:v>0.10132850382107517</c:v>
                </c:pt>
                <c:pt idx="199">
                  <c:v>0.10037365996347919</c:v>
                </c:pt>
                <c:pt idx="200">
                  <c:v>9.9432135296426361E-2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1-F7AF-448E-98F9-A5AF8732AAA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508305824"/>
        <c:axId val="508308120"/>
      </c:scatterChart>
      <c:valAx>
        <c:axId val="508305824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bg1">
                  <a:lumMod val="65000"/>
                </a:schemeClr>
              </a:solidFill>
              <a:prstDash val="lgDash"/>
              <a:round/>
            </a:ln>
            <a:effectLst/>
          </c:spPr>
        </c:maj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2000" b="0" i="1" u="none" strike="noStrike" kern="1200" baseline="0">
                    <a:solidFill>
                      <a:sysClr val="windowText" lastClr="000000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defRPr>
                </a:pPr>
                <a:r>
                  <a:rPr lang="el-GR" sz="2000" i="1" dirty="0">
                    <a:solidFill>
                      <a:sysClr val="windowText" lastClr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λ</a:t>
                </a:r>
                <a:r>
                  <a:rPr lang="en-US" sz="2000" i="1" baseline="-25000" dirty="0">
                    <a:solidFill>
                      <a:sysClr val="windowText" lastClr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</a:t>
                </a:r>
                <a:r>
                  <a:rPr lang="en-US" sz="2000" i="1" dirty="0">
                    <a:solidFill>
                      <a:sysClr val="windowText" lastClr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[-]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2000" b="0" i="1" u="none" strike="noStrike" kern="1200" baseline="0">
                  <a:solidFill>
                    <a:sysClr val="windowText" lastClr="000000"/>
                  </a:solidFill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defRPr>
              </a:pPr>
              <a:endParaRPr lang="en-US"/>
            </a:p>
          </c:txPr>
        </c:title>
        <c:numFmt formatCode="#,##0.00" sourceLinked="0"/>
        <c:majorTickMark val="out"/>
        <c:minorTickMark val="out"/>
        <c:tickLblPos val="nextTo"/>
        <c:spPr>
          <a:noFill/>
          <a:ln w="9525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0" i="0" u="none" strike="noStrike" kern="1200" baseline="0">
                <a:solidFill>
                  <a:sysClr val="windowText" lastClr="0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pPr>
            <a:endParaRPr lang="en-US"/>
          </a:p>
        </c:txPr>
        <c:crossAx val="508308120"/>
        <c:crosses val="autoZero"/>
        <c:crossBetween val="midCat"/>
      </c:valAx>
      <c:valAx>
        <c:axId val="50830812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bg1">
                  <a:lumMod val="65000"/>
                </a:schemeClr>
              </a:solidFill>
              <a:prstDash val="lgDash"/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2000" b="0" i="1" u="none" strike="noStrike" kern="1200" baseline="0">
                    <a:solidFill>
                      <a:sysClr val="windowText" lastClr="000000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defRPr>
                </a:pPr>
                <a:r>
                  <a:rPr lang="el-GR" sz="2000" i="1" dirty="0">
                    <a:solidFill>
                      <a:sysClr val="windowText" lastClr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χ</a:t>
                </a:r>
                <a:r>
                  <a:rPr lang="en-US" sz="2000" i="1" baseline="-25000" dirty="0">
                    <a:solidFill>
                      <a:sysClr val="windowText" lastClr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</a:t>
                </a:r>
                <a:r>
                  <a:rPr lang="en-US" sz="2000" i="1" dirty="0">
                    <a:solidFill>
                      <a:sysClr val="windowText" lastClr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[-]</a:t>
                </a:r>
                <a:endParaRPr lang="en-US" sz="1800" i="1" dirty="0">
                  <a:solidFill>
                    <a:sysClr val="windowText" lastClr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2000" b="0" i="1" u="none" strike="noStrike" kern="1200" baseline="0">
                  <a:solidFill>
                    <a:sysClr val="windowText" lastClr="000000"/>
                  </a:solidFill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defRPr>
              </a:pPr>
              <a:endParaRPr lang="en-US"/>
            </a:p>
          </c:txPr>
        </c:title>
        <c:numFmt formatCode="#,##0.00" sourceLinked="0"/>
        <c:majorTickMark val="out"/>
        <c:minorTickMark val="out"/>
        <c:tickLblPos val="nextTo"/>
        <c:spPr>
          <a:noFill/>
          <a:ln w="9525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0" i="0" u="none" strike="noStrike" kern="1200" baseline="0">
                <a:solidFill>
                  <a:sysClr val="windowText" lastClr="0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pPr>
            <a:endParaRPr lang="en-US"/>
          </a:p>
        </c:txPr>
        <c:crossAx val="508305824"/>
        <c:crosses val="autoZero"/>
        <c:crossBetween val="midCat"/>
      </c:valAx>
      <c:spPr>
        <a:noFill/>
        <a:ln>
          <a:solidFill>
            <a:schemeClr val="tx1"/>
          </a:solidFill>
        </a:ln>
        <a:effectLst/>
      </c:spPr>
    </c:plotArea>
    <c:legend>
      <c:legendPos val="r"/>
      <c:layout>
        <c:manualLayout>
          <c:xMode val="edge"/>
          <c:yMode val="edge"/>
          <c:x val="0.7809722205031534"/>
          <c:y val="0.22354099811483416"/>
          <c:w val="0.19897602087135086"/>
          <c:h val="0.29553957209058351"/>
        </c:manualLayout>
      </c:layout>
      <c:overlay val="0"/>
      <c:spPr>
        <a:solidFill>
          <a:schemeClr val="bg1"/>
        </a:solidFill>
        <a:ln>
          <a:solidFill>
            <a:sysClr val="windowText" lastClr="000000"/>
          </a:solidFill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00" b="0" i="0" u="none" strike="noStrike" kern="1200" baseline="0">
              <a:solidFill>
                <a:sysClr val="windowText" lastClr="00000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userShapes r:id="rId4"/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Global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scatterChart>
        <c:scatterStyle val="lineMarker"/>
        <c:varyColors val="0"/>
        <c:ser>
          <c:idx val="2"/>
          <c:order val="0"/>
          <c:tx>
            <c:v>S355</c:v>
          </c:tx>
          <c:spPr>
            <a:ln w="25400" cap="rnd">
              <a:noFill/>
              <a:round/>
            </a:ln>
            <a:effectLst/>
          </c:spPr>
          <c:marker>
            <c:symbol val="circle"/>
            <c:size val="5"/>
            <c:spPr>
              <a:solidFill>
                <a:schemeClr val="accent3"/>
              </a:solidFill>
              <a:ln w="9525">
                <a:solidFill>
                  <a:schemeClr val="accent3"/>
                </a:solidFill>
              </a:ln>
              <a:effectLst/>
            </c:spPr>
          </c:marker>
          <c:xVal>
            <c:numRef>
              <c:f>'HR_Global Only'!$AJ$198:$AJ$293</c:f>
              <c:numCache>
                <c:formatCode>0.00</c:formatCode>
                <c:ptCount val="96"/>
                <c:pt idx="0">
                  <c:v>0.30000000000000004</c:v>
                </c:pt>
                <c:pt idx="1">
                  <c:v>0.5</c:v>
                </c:pt>
                <c:pt idx="2">
                  <c:v>0.74999999999999989</c:v>
                </c:pt>
                <c:pt idx="3">
                  <c:v>1</c:v>
                </c:pt>
                <c:pt idx="4">
                  <c:v>1.3300000000000003</c:v>
                </c:pt>
                <c:pt idx="5">
                  <c:v>1.6700000000000002</c:v>
                </c:pt>
                <c:pt idx="6">
                  <c:v>2</c:v>
                </c:pt>
                <c:pt idx="7">
                  <c:v>2.5000000000000004</c:v>
                </c:pt>
                <c:pt idx="8">
                  <c:v>0.30000000000000004</c:v>
                </c:pt>
                <c:pt idx="9">
                  <c:v>0.5</c:v>
                </c:pt>
                <c:pt idx="10">
                  <c:v>0.75000000000000011</c:v>
                </c:pt>
                <c:pt idx="11">
                  <c:v>0.99999999999999989</c:v>
                </c:pt>
                <c:pt idx="12">
                  <c:v>1.33</c:v>
                </c:pt>
                <c:pt idx="13">
                  <c:v>1.67</c:v>
                </c:pt>
                <c:pt idx="14">
                  <c:v>1.9999999999999998</c:v>
                </c:pt>
                <c:pt idx="15">
                  <c:v>2.5</c:v>
                </c:pt>
                <c:pt idx="16">
                  <c:v>0.30000000000000004</c:v>
                </c:pt>
                <c:pt idx="17">
                  <c:v>0.5</c:v>
                </c:pt>
                <c:pt idx="18">
                  <c:v>0.75</c:v>
                </c:pt>
                <c:pt idx="19">
                  <c:v>1</c:v>
                </c:pt>
                <c:pt idx="20">
                  <c:v>1.33</c:v>
                </c:pt>
                <c:pt idx="21">
                  <c:v>1.67</c:v>
                </c:pt>
                <c:pt idx="22">
                  <c:v>2</c:v>
                </c:pt>
                <c:pt idx="23">
                  <c:v>2.5</c:v>
                </c:pt>
                <c:pt idx="24">
                  <c:v>0.3</c:v>
                </c:pt>
                <c:pt idx="25">
                  <c:v>0.5</c:v>
                </c:pt>
                <c:pt idx="26">
                  <c:v>0.75</c:v>
                </c:pt>
                <c:pt idx="27">
                  <c:v>1</c:v>
                </c:pt>
                <c:pt idx="28">
                  <c:v>1.3300000000000003</c:v>
                </c:pt>
                <c:pt idx="29">
                  <c:v>1.67</c:v>
                </c:pt>
                <c:pt idx="30">
                  <c:v>2</c:v>
                </c:pt>
                <c:pt idx="31">
                  <c:v>2.5</c:v>
                </c:pt>
                <c:pt idx="32">
                  <c:v>0.3</c:v>
                </c:pt>
                <c:pt idx="33">
                  <c:v>0.5</c:v>
                </c:pt>
                <c:pt idx="34">
                  <c:v>0.74999999999999989</c:v>
                </c:pt>
                <c:pt idx="35">
                  <c:v>0.99999999999999989</c:v>
                </c:pt>
                <c:pt idx="36">
                  <c:v>1.3299999999999998</c:v>
                </c:pt>
                <c:pt idx="37">
                  <c:v>1.6699999999999995</c:v>
                </c:pt>
                <c:pt idx="38">
                  <c:v>1.9999999999999998</c:v>
                </c:pt>
                <c:pt idx="39">
                  <c:v>2.5</c:v>
                </c:pt>
                <c:pt idx="40">
                  <c:v>0.3</c:v>
                </c:pt>
                <c:pt idx="41">
                  <c:v>0.5</c:v>
                </c:pt>
                <c:pt idx="42">
                  <c:v>0.74999999999999989</c:v>
                </c:pt>
                <c:pt idx="43">
                  <c:v>1</c:v>
                </c:pt>
                <c:pt idx="44">
                  <c:v>1.33</c:v>
                </c:pt>
                <c:pt idx="45">
                  <c:v>1.67</c:v>
                </c:pt>
                <c:pt idx="46">
                  <c:v>2</c:v>
                </c:pt>
                <c:pt idx="47">
                  <c:v>2.5</c:v>
                </c:pt>
                <c:pt idx="48">
                  <c:v>0.30000000000000004</c:v>
                </c:pt>
                <c:pt idx="49">
                  <c:v>0.5</c:v>
                </c:pt>
                <c:pt idx="50">
                  <c:v>0.75000000000000011</c:v>
                </c:pt>
                <c:pt idx="51">
                  <c:v>1</c:v>
                </c:pt>
                <c:pt idx="52">
                  <c:v>1.33</c:v>
                </c:pt>
                <c:pt idx="53">
                  <c:v>1.6699999999999997</c:v>
                </c:pt>
                <c:pt idx="54">
                  <c:v>1.9999999999999998</c:v>
                </c:pt>
                <c:pt idx="55">
                  <c:v>2.5</c:v>
                </c:pt>
                <c:pt idx="56">
                  <c:v>0.3</c:v>
                </c:pt>
                <c:pt idx="57">
                  <c:v>0.5</c:v>
                </c:pt>
                <c:pt idx="58">
                  <c:v>0.75000000000000011</c:v>
                </c:pt>
                <c:pt idx="59">
                  <c:v>1</c:v>
                </c:pt>
                <c:pt idx="60">
                  <c:v>1.33</c:v>
                </c:pt>
                <c:pt idx="61">
                  <c:v>1.67</c:v>
                </c:pt>
                <c:pt idx="62">
                  <c:v>2</c:v>
                </c:pt>
                <c:pt idx="63">
                  <c:v>2.5</c:v>
                </c:pt>
                <c:pt idx="64">
                  <c:v>0.30000000000000004</c:v>
                </c:pt>
                <c:pt idx="65">
                  <c:v>0.5</c:v>
                </c:pt>
                <c:pt idx="66">
                  <c:v>0.75</c:v>
                </c:pt>
                <c:pt idx="67">
                  <c:v>1</c:v>
                </c:pt>
                <c:pt idx="68">
                  <c:v>1.3300000000000003</c:v>
                </c:pt>
                <c:pt idx="69">
                  <c:v>1.6699999999999997</c:v>
                </c:pt>
                <c:pt idx="70">
                  <c:v>2</c:v>
                </c:pt>
                <c:pt idx="71">
                  <c:v>2.5</c:v>
                </c:pt>
                <c:pt idx="72">
                  <c:v>0.3</c:v>
                </c:pt>
                <c:pt idx="73">
                  <c:v>0.5</c:v>
                </c:pt>
                <c:pt idx="74">
                  <c:v>0.75</c:v>
                </c:pt>
                <c:pt idx="75">
                  <c:v>0.99999999999999989</c:v>
                </c:pt>
                <c:pt idx="76">
                  <c:v>1.33</c:v>
                </c:pt>
                <c:pt idx="77">
                  <c:v>1.6699999999999997</c:v>
                </c:pt>
                <c:pt idx="78">
                  <c:v>2</c:v>
                </c:pt>
                <c:pt idx="79">
                  <c:v>2.5</c:v>
                </c:pt>
                <c:pt idx="80">
                  <c:v>0.3</c:v>
                </c:pt>
                <c:pt idx="81">
                  <c:v>0.5</c:v>
                </c:pt>
                <c:pt idx="82">
                  <c:v>0.75000000000000011</c:v>
                </c:pt>
                <c:pt idx="83">
                  <c:v>1</c:v>
                </c:pt>
                <c:pt idx="84">
                  <c:v>1.33</c:v>
                </c:pt>
                <c:pt idx="85">
                  <c:v>1.67</c:v>
                </c:pt>
                <c:pt idx="86">
                  <c:v>2</c:v>
                </c:pt>
                <c:pt idx="87">
                  <c:v>2.5</c:v>
                </c:pt>
                <c:pt idx="88">
                  <c:v>0.30000000000000004</c:v>
                </c:pt>
                <c:pt idx="89">
                  <c:v>0.5</c:v>
                </c:pt>
                <c:pt idx="90">
                  <c:v>0.75</c:v>
                </c:pt>
                <c:pt idx="91">
                  <c:v>1</c:v>
                </c:pt>
                <c:pt idx="92">
                  <c:v>1.3300000000000003</c:v>
                </c:pt>
                <c:pt idx="93">
                  <c:v>1.67</c:v>
                </c:pt>
                <c:pt idx="94">
                  <c:v>1.9999999999999998</c:v>
                </c:pt>
                <c:pt idx="95">
                  <c:v>2.5</c:v>
                </c:pt>
              </c:numCache>
            </c:numRef>
          </c:xVal>
          <c:yVal>
            <c:numRef>
              <c:f>'HR_Global Only'!$AK$198:$AK$293</c:f>
              <c:numCache>
                <c:formatCode>General</c:formatCode>
                <c:ptCount val="96"/>
                <c:pt idx="0">
                  <c:v>1.3095631781834585</c:v>
                </c:pt>
                <c:pt idx="1">
                  <c:v>1.2392565741919066</c:v>
                </c:pt>
                <c:pt idx="2">
                  <c:v>1.0905134864153105</c:v>
                </c:pt>
                <c:pt idx="3">
                  <c:v>0.85785428703221944</c:v>
                </c:pt>
                <c:pt idx="4">
                  <c:v>0.55224211170263116</c:v>
                </c:pt>
                <c:pt idx="5">
                  <c:v>0.36254246936430101</c:v>
                </c:pt>
                <c:pt idx="6">
                  <c:v>0.25617144322694047</c:v>
                </c:pt>
                <c:pt idx="7">
                  <c:v>0.16562522666714591</c:v>
                </c:pt>
                <c:pt idx="8">
                  <c:v>1.4029114667700273</c:v>
                </c:pt>
                <c:pt idx="9">
                  <c:v>1.4059971970456828</c:v>
                </c:pt>
                <c:pt idx="10">
                  <c:v>1.3901304428890449</c:v>
                </c:pt>
                <c:pt idx="11">
                  <c:v>1.263823443396128</c:v>
                </c:pt>
                <c:pt idx="12">
                  <c:v>0.94292526194241133</c:v>
                </c:pt>
                <c:pt idx="13">
                  <c:v>0.67278726621110663</c:v>
                </c:pt>
                <c:pt idx="14">
                  <c:v>0.49676512525383898</c:v>
                </c:pt>
                <c:pt idx="15">
                  <c:v>0.33283860720339559</c:v>
                </c:pt>
                <c:pt idx="16">
                  <c:v>1.4130298095653673</c:v>
                </c:pt>
                <c:pt idx="17">
                  <c:v>1.4152365544646948</c:v>
                </c:pt>
                <c:pt idx="18">
                  <c:v>1.39835398642126</c:v>
                </c:pt>
                <c:pt idx="19">
                  <c:v>1.2750507255436359</c:v>
                </c:pt>
                <c:pt idx="20">
                  <c:v>0.95579606148996121</c:v>
                </c:pt>
                <c:pt idx="21">
                  <c:v>0.6833002209109037</c:v>
                </c:pt>
                <c:pt idx="22">
                  <c:v>0.5051054497903974</c:v>
                </c:pt>
                <c:pt idx="23">
                  <c:v>0.33859307723973592</c:v>
                </c:pt>
                <c:pt idx="24">
                  <c:v>1.4185956964288711</c:v>
                </c:pt>
                <c:pt idx="25">
                  <c:v>1.403255468417498</c:v>
                </c:pt>
                <c:pt idx="26">
                  <c:v>1.3811067641085937</c:v>
                </c:pt>
                <c:pt idx="27">
                  <c:v>1.2480396864070273</c:v>
                </c:pt>
                <c:pt idx="28">
                  <c:v>0.92689180095805523</c:v>
                </c:pt>
                <c:pt idx="29">
                  <c:v>0.65839601812660731</c:v>
                </c:pt>
                <c:pt idx="30">
                  <c:v>0.48491785357500183</c:v>
                </c:pt>
                <c:pt idx="31">
                  <c:v>0.32393194179449591</c:v>
                </c:pt>
                <c:pt idx="32">
                  <c:v>1.4294047241679002</c:v>
                </c:pt>
                <c:pt idx="33">
                  <c:v>1.414117430466687</c:v>
                </c:pt>
                <c:pt idx="34">
                  <c:v>1.3897483027814939</c:v>
                </c:pt>
                <c:pt idx="35">
                  <c:v>1.2547727146347898</c:v>
                </c:pt>
                <c:pt idx="36">
                  <c:v>0.92989174444554057</c:v>
                </c:pt>
                <c:pt idx="37">
                  <c:v>0.6589233277100518</c:v>
                </c:pt>
                <c:pt idx="38">
                  <c:v>0.48451808981107397</c:v>
                </c:pt>
                <c:pt idx="39">
                  <c:v>0.32247331195360157</c:v>
                </c:pt>
                <c:pt idx="40">
                  <c:v>1.4364401434431091</c:v>
                </c:pt>
                <c:pt idx="41">
                  <c:v>1.4219433768011727</c:v>
                </c:pt>
                <c:pt idx="42">
                  <c:v>1.3945795430259635</c:v>
                </c:pt>
                <c:pt idx="43">
                  <c:v>1.2565009689085878</c:v>
                </c:pt>
                <c:pt idx="44">
                  <c:v>0.93011359012213091</c:v>
                </c:pt>
                <c:pt idx="45">
                  <c:v>0.65808478074330468</c:v>
                </c:pt>
                <c:pt idx="46">
                  <c:v>0.4834182158883798</c:v>
                </c:pt>
                <c:pt idx="47">
                  <c:v>0.32132651275972879</c:v>
                </c:pt>
                <c:pt idx="48">
                  <c:v>1.3065505559596617</c:v>
                </c:pt>
                <c:pt idx="49">
                  <c:v>1.2252603136441909</c:v>
                </c:pt>
                <c:pt idx="50">
                  <c:v>1.0479539682416883</c:v>
                </c:pt>
                <c:pt idx="51">
                  <c:v>0.81357855771175314</c:v>
                </c:pt>
                <c:pt idx="52">
                  <c:v>0.53078715688078826</c:v>
                </c:pt>
                <c:pt idx="53">
                  <c:v>0.35100683274126737</c:v>
                </c:pt>
                <c:pt idx="54">
                  <c:v>0.24878840647027944</c:v>
                </c:pt>
                <c:pt idx="55">
                  <c:v>0.16117794366024149</c:v>
                </c:pt>
                <c:pt idx="56">
                  <c:v>1.3167082799229084</c:v>
                </c:pt>
                <c:pt idx="57">
                  <c:v>1.233768136208796</c:v>
                </c:pt>
                <c:pt idx="58">
                  <c:v>1.0552624503686001</c:v>
                </c:pt>
                <c:pt idx="59">
                  <c:v>0.81973522162580281</c:v>
                </c:pt>
                <c:pt idx="60">
                  <c:v>0.53497116577948922</c:v>
                </c:pt>
                <c:pt idx="61">
                  <c:v>0.35377589245248181</c:v>
                </c:pt>
                <c:pt idx="62">
                  <c:v>0.25075961122982748</c:v>
                </c:pt>
                <c:pt idx="63">
                  <c:v>0.16246388632251002</c:v>
                </c:pt>
                <c:pt idx="64">
                  <c:v>1.3272506690435109</c:v>
                </c:pt>
                <c:pt idx="65">
                  <c:v>1.2540848922275407</c:v>
                </c:pt>
                <c:pt idx="66">
                  <c:v>1.0894760698868615</c:v>
                </c:pt>
                <c:pt idx="67">
                  <c:v>0.86033757591896831</c:v>
                </c:pt>
                <c:pt idx="68">
                  <c:v>0.568771411223566</c:v>
                </c:pt>
                <c:pt idx="69">
                  <c:v>0.37835486062007928</c:v>
                </c:pt>
                <c:pt idx="70">
                  <c:v>0.26899331613889799</c:v>
                </c:pt>
                <c:pt idx="71">
                  <c:v>0.17470140203089382</c:v>
                </c:pt>
                <c:pt idx="72">
                  <c:v>1.3251458299703696</c:v>
                </c:pt>
                <c:pt idx="73">
                  <c:v>1.2716933942482687</c:v>
                </c:pt>
                <c:pt idx="74">
                  <c:v>1.1310859085261133</c:v>
                </c:pt>
                <c:pt idx="75">
                  <c:v>0.92017095672920657</c:v>
                </c:pt>
                <c:pt idx="76">
                  <c:v>0.62404209559881885</c:v>
                </c:pt>
                <c:pt idx="77">
                  <c:v>0.41993670056212712</c:v>
                </c:pt>
                <c:pt idx="78">
                  <c:v>0.30019006845575413</c:v>
                </c:pt>
                <c:pt idx="79">
                  <c:v>0.19583459287092428</c:v>
                </c:pt>
                <c:pt idx="80">
                  <c:v>1.2786446002396337</c:v>
                </c:pt>
                <c:pt idx="81">
                  <c:v>1.238984996074324</c:v>
                </c:pt>
                <c:pt idx="82">
                  <c:v>1.1015038481414843</c:v>
                </c:pt>
                <c:pt idx="83">
                  <c:v>0.91903021532603701</c:v>
                </c:pt>
                <c:pt idx="84">
                  <c:v>0.63994217805803011</c:v>
                </c:pt>
                <c:pt idx="85">
                  <c:v>0.43507691972000961</c:v>
                </c:pt>
                <c:pt idx="86">
                  <c:v>0.31224138249542915</c:v>
                </c:pt>
                <c:pt idx="87">
                  <c:v>0.20427813397844849</c:v>
                </c:pt>
                <c:pt idx="88">
                  <c:v>1.2797586268038181</c:v>
                </c:pt>
                <c:pt idx="89">
                  <c:v>1.2349297908020764</c:v>
                </c:pt>
                <c:pt idx="90">
                  <c:v>1.0833494465810396</c:v>
                </c:pt>
                <c:pt idx="91">
                  <c:v>0.91728609726586463</c:v>
                </c:pt>
                <c:pt idx="92">
                  <c:v>0.6531211462077714</c:v>
                </c:pt>
                <c:pt idx="93">
                  <c:v>0.44868707670086622</c:v>
                </c:pt>
                <c:pt idx="94">
                  <c:v>0.32330786621705715</c:v>
                </c:pt>
                <c:pt idx="95">
                  <c:v>0.21201918455538163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7A20-48B6-93DC-AF18C5281E77}"/>
            </c:ext>
          </c:extLst>
        </c:ser>
        <c:ser>
          <c:idx val="0"/>
          <c:order val="1"/>
          <c:tx>
            <c:v>S690</c:v>
          </c:tx>
          <c:spPr>
            <a:ln w="25400" cap="rnd">
              <a:noFill/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xVal>
            <c:numRef>
              <c:f>'HR_Global Only'!$AJ$6:$AJ$101</c:f>
              <c:numCache>
                <c:formatCode>0.00</c:formatCode>
                <c:ptCount val="96"/>
                <c:pt idx="0">
                  <c:v>0.30000000000000004</c:v>
                </c:pt>
                <c:pt idx="1">
                  <c:v>0.5</c:v>
                </c:pt>
                <c:pt idx="2">
                  <c:v>0.75000000000000011</c:v>
                </c:pt>
                <c:pt idx="3">
                  <c:v>1</c:v>
                </c:pt>
                <c:pt idx="4">
                  <c:v>1.3300000000000003</c:v>
                </c:pt>
                <c:pt idx="5">
                  <c:v>1.6700000000000002</c:v>
                </c:pt>
                <c:pt idx="6">
                  <c:v>2</c:v>
                </c:pt>
                <c:pt idx="7">
                  <c:v>2.5</c:v>
                </c:pt>
                <c:pt idx="8">
                  <c:v>0.30000000000000004</c:v>
                </c:pt>
                <c:pt idx="9">
                  <c:v>0.5</c:v>
                </c:pt>
                <c:pt idx="10">
                  <c:v>0.75000000000000011</c:v>
                </c:pt>
                <c:pt idx="11">
                  <c:v>1</c:v>
                </c:pt>
                <c:pt idx="12">
                  <c:v>1.33</c:v>
                </c:pt>
                <c:pt idx="13">
                  <c:v>1.67</c:v>
                </c:pt>
                <c:pt idx="14">
                  <c:v>2</c:v>
                </c:pt>
                <c:pt idx="15">
                  <c:v>2.5</c:v>
                </c:pt>
                <c:pt idx="16">
                  <c:v>0.30000000000000004</c:v>
                </c:pt>
                <c:pt idx="17">
                  <c:v>0.5</c:v>
                </c:pt>
                <c:pt idx="18">
                  <c:v>0.75000000000000011</c:v>
                </c:pt>
                <c:pt idx="19">
                  <c:v>1</c:v>
                </c:pt>
                <c:pt idx="20">
                  <c:v>1.3300000000000003</c:v>
                </c:pt>
                <c:pt idx="21">
                  <c:v>1.6700000000000004</c:v>
                </c:pt>
                <c:pt idx="22">
                  <c:v>2</c:v>
                </c:pt>
                <c:pt idx="23">
                  <c:v>2.5000000000000004</c:v>
                </c:pt>
                <c:pt idx="24">
                  <c:v>0.3</c:v>
                </c:pt>
                <c:pt idx="25">
                  <c:v>0.5</c:v>
                </c:pt>
                <c:pt idx="26">
                  <c:v>0.75</c:v>
                </c:pt>
                <c:pt idx="27">
                  <c:v>1</c:v>
                </c:pt>
                <c:pt idx="28">
                  <c:v>1.33</c:v>
                </c:pt>
                <c:pt idx="29">
                  <c:v>1.67</c:v>
                </c:pt>
                <c:pt idx="30">
                  <c:v>2</c:v>
                </c:pt>
                <c:pt idx="31">
                  <c:v>2.5</c:v>
                </c:pt>
                <c:pt idx="32">
                  <c:v>0.30000000000000004</c:v>
                </c:pt>
                <c:pt idx="33">
                  <c:v>0.5</c:v>
                </c:pt>
                <c:pt idx="34">
                  <c:v>0.75</c:v>
                </c:pt>
                <c:pt idx="35">
                  <c:v>1</c:v>
                </c:pt>
                <c:pt idx="36">
                  <c:v>1.33</c:v>
                </c:pt>
                <c:pt idx="37">
                  <c:v>1.67</c:v>
                </c:pt>
                <c:pt idx="38">
                  <c:v>2</c:v>
                </c:pt>
                <c:pt idx="39">
                  <c:v>2.5</c:v>
                </c:pt>
                <c:pt idx="40">
                  <c:v>0.3</c:v>
                </c:pt>
                <c:pt idx="41">
                  <c:v>0.5</c:v>
                </c:pt>
                <c:pt idx="42">
                  <c:v>0.75</c:v>
                </c:pt>
                <c:pt idx="43">
                  <c:v>1</c:v>
                </c:pt>
                <c:pt idx="44">
                  <c:v>1.3300000000000003</c:v>
                </c:pt>
                <c:pt idx="45">
                  <c:v>1.67</c:v>
                </c:pt>
                <c:pt idx="46">
                  <c:v>2</c:v>
                </c:pt>
                <c:pt idx="47">
                  <c:v>2.5</c:v>
                </c:pt>
                <c:pt idx="48">
                  <c:v>0.30000000000000004</c:v>
                </c:pt>
                <c:pt idx="49">
                  <c:v>0.5</c:v>
                </c:pt>
                <c:pt idx="50">
                  <c:v>0.75000000000000011</c:v>
                </c:pt>
                <c:pt idx="51">
                  <c:v>1</c:v>
                </c:pt>
                <c:pt idx="52">
                  <c:v>1.33</c:v>
                </c:pt>
                <c:pt idx="53">
                  <c:v>1.6700000000000002</c:v>
                </c:pt>
                <c:pt idx="54">
                  <c:v>2</c:v>
                </c:pt>
                <c:pt idx="55">
                  <c:v>2.5000000000000004</c:v>
                </c:pt>
                <c:pt idx="56">
                  <c:v>0.30000000000000004</c:v>
                </c:pt>
                <c:pt idx="57">
                  <c:v>0.5</c:v>
                </c:pt>
                <c:pt idx="58">
                  <c:v>0.75</c:v>
                </c:pt>
                <c:pt idx="59">
                  <c:v>1</c:v>
                </c:pt>
                <c:pt idx="60">
                  <c:v>1.33</c:v>
                </c:pt>
                <c:pt idx="61">
                  <c:v>1.67</c:v>
                </c:pt>
                <c:pt idx="62">
                  <c:v>2</c:v>
                </c:pt>
                <c:pt idx="63">
                  <c:v>2.5</c:v>
                </c:pt>
                <c:pt idx="64">
                  <c:v>0.3</c:v>
                </c:pt>
                <c:pt idx="65">
                  <c:v>0.5</c:v>
                </c:pt>
                <c:pt idx="66">
                  <c:v>0.75000000000000011</c:v>
                </c:pt>
                <c:pt idx="67">
                  <c:v>1</c:v>
                </c:pt>
                <c:pt idx="68">
                  <c:v>1.3300000000000003</c:v>
                </c:pt>
                <c:pt idx="69">
                  <c:v>1.67</c:v>
                </c:pt>
                <c:pt idx="70">
                  <c:v>2</c:v>
                </c:pt>
                <c:pt idx="71">
                  <c:v>2.5</c:v>
                </c:pt>
                <c:pt idx="72">
                  <c:v>0.29999999999999993</c:v>
                </c:pt>
                <c:pt idx="73">
                  <c:v>0.49999999999999994</c:v>
                </c:pt>
                <c:pt idx="74">
                  <c:v>0.75</c:v>
                </c:pt>
                <c:pt idx="75">
                  <c:v>1</c:v>
                </c:pt>
                <c:pt idx="76">
                  <c:v>1.3299999999999998</c:v>
                </c:pt>
                <c:pt idx="77">
                  <c:v>1.6699999999999995</c:v>
                </c:pt>
                <c:pt idx="78">
                  <c:v>1.9999999999999998</c:v>
                </c:pt>
                <c:pt idx="79">
                  <c:v>2.4999999999999996</c:v>
                </c:pt>
                <c:pt idx="80">
                  <c:v>0.3</c:v>
                </c:pt>
                <c:pt idx="81">
                  <c:v>0.49999999999999994</c:v>
                </c:pt>
                <c:pt idx="82">
                  <c:v>0.75000000000000011</c:v>
                </c:pt>
                <c:pt idx="83">
                  <c:v>1</c:v>
                </c:pt>
                <c:pt idx="84">
                  <c:v>1.3300000000000003</c:v>
                </c:pt>
                <c:pt idx="85">
                  <c:v>1.67</c:v>
                </c:pt>
                <c:pt idx="86">
                  <c:v>1.9999999999999996</c:v>
                </c:pt>
                <c:pt idx="87">
                  <c:v>2.5</c:v>
                </c:pt>
                <c:pt idx="88">
                  <c:v>0.3</c:v>
                </c:pt>
                <c:pt idx="89">
                  <c:v>0.49999999999999989</c:v>
                </c:pt>
                <c:pt idx="90">
                  <c:v>0.74999999999999989</c:v>
                </c:pt>
                <c:pt idx="91">
                  <c:v>0.99999999999999978</c:v>
                </c:pt>
                <c:pt idx="92">
                  <c:v>1.3299999999999998</c:v>
                </c:pt>
                <c:pt idx="93">
                  <c:v>1.6699999999999997</c:v>
                </c:pt>
                <c:pt idx="94">
                  <c:v>1.9999999999999996</c:v>
                </c:pt>
                <c:pt idx="95">
                  <c:v>2.4999999999999996</c:v>
                </c:pt>
              </c:numCache>
            </c:numRef>
          </c:xVal>
          <c:yVal>
            <c:numRef>
              <c:f>'HR_Global Only'!$AK$6:$AK$101</c:f>
              <c:numCache>
                <c:formatCode>General</c:formatCode>
                <c:ptCount val="96"/>
                <c:pt idx="0">
                  <c:v>1.0428015636342893</c:v>
                </c:pt>
                <c:pt idx="1">
                  <c:v>1.0188220993534689</c:v>
                </c:pt>
                <c:pt idx="2">
                  <c:v>0.96359911800971854</c:v>
                </c:pt>
                <c:pt idx="3">
                  <c:v>0.81109949206152299</c:v>
                </c:pt>
                <c:pt idx="4">
                  <c:v>0.53898271019476784</c:v>
                </c:pt>
                <c:pt idx="5">
                  <c:v>0.35727724414275858</c:v>
                </c:pt>
                <c:pt idx="6">
                  <c:v>0.2537298804480318</c:v>
                </c:pt>
                <c:pt idx="7">
                  <c:v>0.16424620389524947</c:v>
                </c:pt>
                <c:pt idx="8">
                  <c:v>1.0483500104575845</c:v>
                </c:pt>
                <c:pt idx="9">
                  <c:v>1.0228732733903259</c:v>
                </c:pt>
                <c:pt idx="10">
                  <c:v>0.96594525170714896</c:v>
                </c:pt>
                <c:pt idx="11">
                  <c:v>0.81225650426271723</c:v>
                </c:pt>
                <c:pt idx="12">
                  <c:v>0.53972796800801814</c:v>
                </c:pt>
                <c:pt idx="13">
                  <c:v>0.35772143403767026</c:v>
                </c:pt>
                <c:pt idx="14">
                  <c:v>0.25394736400345108</c:v>
                </c:pt>
                <c:pt idx="15">
                  <c:v>0.16411790074128307</c:v>
                </c:pt>
                <c:pt idx="16">
                  <c:v>1.0541886253210029</c:v>
                </c:pt>
                <c:pt idx="17">
                  <c:v>1.026938898701987</c:v>
                </c:pt>
                <c:pt idx="18">
                  <c:v>0.96429661721706239</c:v>
                </c:pt>
                <c:pt idx="19">
                  <c:v>0.81486055305687055</c:v>
                </c:pt>
                <c:pt idx="20">
                  <c:v>0.54191212185897175</c:v>
                </c:pt>
                <c:pt idx="21">
                  <c:v>0.35903050562216227</c:v>
                </c:pt>
                <c:pt idx="22">
                  <c:v>0.25483579553783092</c:v>
                </c:pt>
                <c:pt idx="23">
                  <c:v>0.16450432410470395</c:v>
                </c:pt>
                <c:pt idx="24">
                  <c:v>1.0630834960836655</c:v>
                </c:pt>
                <c:pt idx="25">
                  <c:v>1.0336491073028689</c:v>
                </c:pt>
                <c:pt idx="26">
                  <c:v>0.96870750709077924</c:v>
                </c:pt>
                <c:pt idx="27">
                  <c:v>0.82016275430420882</c:v>
                </c:pt>
                <c:pt idx="28">
                  <c:v>0.5457835910187121</c:v>
                </c:pt>
                <c:pt idx="29">
                  <c:v>0.36138486366584088</c:v>
                </c:pt>
                <c:pt idx="30">
                  <c:v>0.25645066698928137</c:v>
                </c:pt>
                <c:pt idx="31">
                  <c:v>0.16512615915475351</c:v>
                </c:pt>
                <c:pt idx="32">
                  <c:v>1.0738929335409741</c:v>
                </c:pt>
                <c:pt idx="33">
                  <c:v>1.0436638407423757</c:v>
                </c:pt>
                <c:pt idx="34">
                  <c:v>0.97341364520851359</c:v>
                </c:pt>
                <c:pt idx="35">
                  <c:v>0.82444524213156101</c:v>
                </c:pt>
                <c:pt idx="36">
                  <c:v>0.5488431270630072</c:v>
                </c:pt>
                <c:pt idx="37">
                  <c:v>0.36326850170143032</c:v>
                </c:pt>
                <c:pt idx="38">
                  <c:v>0.25774435782924915</c:v>
                </c:pt>
                <c:pt idx="39">
                  <c:v>0.16560341660947805</c:v>
                </c:pt>
                <c:pt idx="40">
                  <c:v>1.0824433992466684</c:v>
                </c:pt>
                <c:pt idx="41">
                  <c:v>1.05231533725866</c:v>
                </c:pt>
                <c:pt idx="42">
                  <c:v>0.97982191917598926</c:v>
                </c:pt>
                <c:pt idx="43">
                  <c:v>0.82772652873414776</c:v>
                </c:pt>
                <c:pt idx="44">
                  <c:v>0.5502615903468121</c:v>
                </c:pt>
                <c:pt idx="45">
                  <c:v>0.36412656136190824</c:v>
                </c:pt>
                <c:pt idx="46">
                  <c:v>0.25837438751041225</c:v>
                </c:pt>
                <c:pt idx="47">
                  <c:v>0.16581536282251996</c:v>
                </c:pt>
                <c:pt idx="48">
                  <c:v>1.0503432208266568</c:v>
                </c:pt>
                <c:pt idx="49">
                  <c:v>1.0200384149828461</c:v>
                </c:pt>
                <c:pt idx="50">
                  <c:v>0.94761013760045576</c:v>
                </c:pt>
                <c:pt idx="51">
                  <c:v>0.7886873943829289</c:v>
                </c:pt>
                <c:pt idx="52">
                  <c:v>0.52378719374278659</c:v>
                </c:pt>
                <c:pt idx="53">
                  <c:v>0.34828505178211533</c:v>
                </c:pt>
                <c:pt idx="54">
                  <c:v>0.24773170641055509</c:v>
                </c:pt>
                <c:pt idx="55">
                  <c:v>0.15991720249386993</c:v>
                </c:pt>
                <c:pt idx="56">
                  <c:v>1.0463161223258781</c:v>
                </c:pt>
                <c:pt idx="57">
                  <c:v>1.015308031030179</c:v>
                </c:pt>
                <c:pt idx="58">
                  <c:v>0.94266423413019673</c:v>
                </c:pt>
                <c:pt idx="59">
                  <c:v>0.78504974802237504</c:v>
                </c:pt>
                <c:pt idx="60">
                  <c:v>0.52178585926882104</c:v>
                </c:pt>
                <c:pt idx="61">
                  <c:v>0.3471222748217152</c:v>
                </c:pt>
                <c:pt idx="62">
                  <c:v>0.24693688248894569</c:v>
                </c:pt>
                <c:pt idx="63">
                  <c:v>0.1594191288932216</c:v>
                </c:pt>
                <c:pt idx="64">
                  <c:v>1.0484340778336949</c:v>
                </c:pt>
                <c:pt idx="65">
                  <c:v>1.0174203256974341</c:v>
                </c:pt>
                <c:pt idx="66">
                  <c:v>0.94432079474763908</c:v>
                </c:pt>
                <c:pt idx="67">
                  <c:v>0.78639959559043482</c:v>
                </c:pt>
                <c:pt idx="68">
                  <c:v>0.52321400122552519</c:v>
                </c:pt>
                <c:pt idx="69">
                  <c:v>0.3482827777724144</c:v>
                </c:pt>
                <c:pt idx="70">
                  <c:v>0.24782363244944372</c:v>
                </c:pt>
                <c:pt idx="71">
                  <c:v>0.16001257828973878</c:v>
                </c:pt>
                <c:pt idx="72">
                  <c:v>1.0393879618878581</c:v>
                </c:pt>
                <c:pt idx="73">
                  <c:v>1.0106078020577576</c:v>
                </c:pt>
                <c:pt idx="74">
                  <c:v>0.93810538357432249</c:v>
                </c:pt>
                <c:pt idx="75">
                  <c:v>0.77738185653432101</c:v>
                </c:pt>
                <c:pt idx="76">
                  <c:v>0.52472685635239935</c:v>
                </c:pt>
                <c:pt idx="77">
                  <c:v>0.35026756572964007</c:v>
                </c:pt>
                <c:pt idx="78">
                  <c:v>0.24948124763003171</c:v>
                </c:pt>
                <c:pt idx="79">
                  <c:v>0.16210069137805591</c:v>
                </c:pt>
                <c:pt idx="80">
                  <c:v>0.99130602775251986</c:v>
                </c:pt>
                <c:pt idx="81">
                  <c:v>0.9692022120057896</c:v>
                </c:pt>
                <c:pt idx="82">
                  <c:v>0.90825683557433778</c:v>
                </c:pt>
                <c:pt idx="83">
                  <c:v>0.75477370437216285</c:v>
                </c:pt>
                <c:pt idx="84">
                  <c:v>0.52287999754189696</c:v>
                </c:pt>
                <c:pt idx="85">
                  <c:v>0.35196410514277382</c:v>
                </c:pt>
                <c:pt idx="86">
                  <c:v>0.25142477436994304</c:v>
                </c:pt>
                <c:pt idx="87">
                  <c:v>0.16390217864374323</c:v>
                </c:pt>
                <c:pt idx="88">
                  <c:v>0.96556502962050272</c:v>
                </c:pt>
                <c:pt idx="89">
                  <c:v>0.94205346352418351</c:v>
                </c:pt>
                <c:pt idx="90">
                  <c:v>0.88456210331161178</c:v>
                </c:pt>
                <c:pt idx="91">
                  <c:v>0.72739527368193979</c:v>
                </c:pt>
                <c:pt idx="92">
                  <c:v>0.51925901045994549</c:v>
                </c:pt>
                <c:pt idx="93">
                  <c:v>0.35378281386567445</c:v>
                </c:pt>
                <c:pt idx="94">
                  <c:v>0.25380215269396933</c:v>
                </c:pt>
                <c:pt idx="95">
                  <c:v>0.16592686056189493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1-7A20-48B6-93DC-AF18C5281E77}"/>
            </c:ext>
          </c:extLst>
        </c:ser>
        <c:ser>
          <c:idx val="1"/>
          <c:order val="2"/>
          <c:tx>
            <c:v>S460</c:v>
          </c:tx>
          <c:spPr>
            <a:ln w="25400" cap="rnd">
              <a:noFill/>
              <a:round/>
            </a:ln>
            <a:effectLst/>
          </c:spPr>
          <c:marker>
            <c:symbol val="circle"/>
            <c:size val="5"/>
            <c:spPr>
              <a:solidFill>
                <a:schemeClr val="accent2"/>
              </a:solidFill>
              <a:ln w="9525">
                <a:solidFill>
                  <a:schemeClr val="accent2"/>
                </a:solidFill>
              </a:ln>
              <a:effectLst/>
            </c:spPr>
          </c:marker>
          <c:xVal>
            <c:numRef>
              <c:f>'HR_Global Only'!$AJ$102:$AJ$197</c:f>
              <c:numCache>
                <c:formatCode>0.00</c:formatCode>
                <c:ptCount val="96"/>
                <c:pt idx="0">
                  <c:v>0.30044773224364668</c:v>
                </c:pt>
                <c:pt idx="1">
                  <c:v>0.50074622040607786</c:v>
                </c:pt>
                <c:pt idx="2">
                  <c:v>0.75111933060911673</c:v>
                </c:pt>
                <c:pt idx="3">
                  <c:v>1.0014924408121557</c:v>
                </c:pt>
                <c:pt idx="4">
                  <c:v>1.3319849462801672</c:v>
                </c:pt>
                <c:pt idx="5">
                  <c:v>1.6724923761562998</c:v>
                </c:pt>
                <c:pt idx="6">
                  <c:v>2.0029848816243114</c:v>
                </c:pt>
                <c:pt idx="7">
                  <c:v>2.5037311020303892</c:v>
                </c:pt>
                <c:pt idx="8">
                  <c:v>0.30000000000000004</c:v>
                </c:pt>
                <c:pt idx="9">
                  <c:v>0.5</c:v>
                </c:pt>
                <c:pt idx="10">
                  <c:v>0.75000000000000022</c:v>
                </c:pt>
                <c:pt idx="11">
                  <c:v>1</c:v>
                </c:pt>
                <c:pt idx="12">
                  <c:v>1.3300000000000003</c:v>
                </c:pt>
                <c:pt idx="13">
                  <c:v>1.67</c:v>
                </c:pt>
                <c:pt idx="14">
                  <c:v>2</c:v>
                </c:pt>
                <c:pt idx="15">
                  <c:v>2.5</c:v>
                </c:pt>
                <c:pt idx="16">
                  <c:v>0.30000000000000004</c:v>
                </c:pt>
                <c:pt idx="17">
                  <c:v>0.5</c:v>
                </c:pt>
                <c:pt idx="18">
                  <c:v>0.75</c:v>
                </c:pt>
                <c:pt idx="19">
                  <c:v>1</c:v>
                </c:pt>
                <c:pt idx="20">
                  <c:v>1.33</c:v>
                </c:pt>
                <c:pt idx="21">
                  <c:v>1.6699999999999997</c:v>
                </c:pt>
                <c:pt idx="22">
                  <c:v>2</c:v>
                </c:pt>
                <c:pt idx="23">
                  <c:v>2.5</c:v>
                </c:pt>
                <c:pt idx="24">
                  <c:v>0.3</c:v>
                </c:pt>
                <c:pt idx="25">
                  <c:v>0.5</c:v>
                </c:pt>
                <c:pt idx="26">
                  <c:v>0.75</c:v>
                </c:pt>
                <c:pt idx="27">
                  <c:v>1</c:v>
                </c:pt>
                <c:pt idx="28">
                  <c:v>1.33</c:v>
                </c:pt>
                <c:pt idx="29">
                  <c:v>1.6699999999999997</c:v>
                </c:pt>
                <c:pt idx="30">
                  <c:v>2</c:v>
                </c:pt>
                <c:pt idx="31">
                  <c:v>2.5</c:v>
                </c:pt>
                <c:pt idx="32">
                  <c:v>0.3</c:v>
                </c:pt>
                <c:pt idx="33">
                  <c:v>0.49999999999999994</c:v>
                </c:pt>
                <c:pt idx="34">
                  <c:v>0.75000000000000011</c:v>
                </c:pt>
                <c:pt idx="35">
                  <c:v>1</c:v>
                </c:pt>
                <c:pt idx="36">
                  <c:v>1.3299999999999998</c:v>
                </c:pt>
                <c:pt idx="37">
                  <c:v>1.67</c:v>
                </c:pt>
                <c:pt idx="38">
                  <c:v>1.9999999999999998</c:v>
                </c:pt>
                <c:pt idx="39">
                  <c:v>2.5</c:v>
                </c:pt>
                <c:pt idx="40">
                  <c:v>0.30000000000000004</c:v>
                </c:pt>
                <c:pt idx="41">
                  <c:v>0.49999999999999994</c:v>
                </c:pt>
                <c:pt idx="42">
                  <c:v>0.75000000000000011</c:v>
                </c:pt>
                <c:pt idx="43">
                  <c:v>0.99999999999999989</c:v>
                </c:pt>
                <c:pt idx="44">
                  <c:v>1.33</c:v>
                </c:pt>
                <c:pt idx="45">
                  <c:v>1.67</c:v>
                </c:pt>
                <c:pt idx="46">
                  <c:v>1.9999999999999998</c:v>
                </c:pt>
                <c:pt idx="47">
                  <c:v>2.5000000000000004</c:v>
                </c:pt>
                <c:pt idx="48">
                  <c:v>0.29999999999999993</c:v>
                </c:pt>
                <c:pt idx="49">
                  <c:v>0.49999999999999989</c:v>
                </c:pt>
                <c:pt idx="50">
                  <c:v>0.74999999999999989</c:v>
                </c:pt>
                <c:pt idx="51">
                  <c:v>0.99999999999999978</c:v>
                </c:pt>
                <c:pt idx="52">
                  <c:v>1.3299999999999998</c:v>
                </c:pt>
                <c:pt idx="53">
                  <c:v>1.6699999999999995</c:v>
                </c:pt>
                <c:pt idx="54">
                  <c:v>1.9999999999999996</c:v>
                </c:pt>
                <c:pt idx="55">
                  <c:v>2.4999999999999996</c:v>
                </c:pt>
                <c:pt idx="56">
                  <c:v>0.30000000000000004</c:v>
                </c:pt>
                <c:pt idx="57">
                  <c:v>0.5</c:v>
                </c:pt>
                <c:pt idx="58">
                  <c:v>0.75000000000000011</c:v>
                </c:pt>
                <c:pt idx="59">
                  <c:v>1</c:v>
                </c:pt>
                <c:pt idx="60">
                  <c:v>1.33</c:v>
                </c:pt>
                <c:pt idx="61">
                  <c:v>1.67</c:v>
                </c:pt>
                <c:pt idx="62">
                  <c:v>2.0000000000000004</c:v>
                </c:pt>
                <c:pt idx="63">
                  <c:v>2.5</c:v>
                </c:pt>
                <c:pt idx="64">
                  <c:v>0.3</c:v>
                </c:pt>
                <c:pt idx="65">
                  <c:v>0.5</c:v>
                </c:pt>
                <c:pt idx="66">
                  <c:v>0.75000000000000011</c:v>
                </c:pt>
                <c:pt idx="67">
                  <c:v>1</c:v>
                </c:pt>
                <c:pt idx="68">
                  <c:v>1.3300000000000003</c:v>
                </c:pt>
                <c:pt idx="69">
                  <c:v>1.6700000000000002</c:v>
                </c:pt>
                <c:pt idx="70">
                  <c:v>2</c:v>
                </c:pt>
                <c:pt idx="71">
                  <c:v>2.5</c:v>
                </c:pt>
                <c:pt idx="72">
                  <c:v>0.30000000000000004</c:v>
                </c:pt>
                <c:pt idx="73">
                  <c:v>0.49999999999999994</c:v>
                </c:pt>
                <c:pt idx="74">
                  <c:v>0.74999999999999989</c:v>
                </c:pt>
                <c:pt idx="75">
                  <c:v>1</c:v>
                </c:pt>
                <c:pt idx="76">
                  <c:v>1.3300000000000003</c:v>
                </c:pt>
                <c:pt idx="77">
                  <c:v>1.67</c:v>
                </c:pt>
                <c:pt idx="78">
                  <c:v>1.9999999999999998</c:v>
                </c:pt>
                <c:pt idx="79">
                  <c:v>2.5</c:v>
                </c:pt>
                <c:pt idx="80">
                  <c:v>0.3</c:v>
                </c:pt>
                <c:pt idx="81">
                  <c:v>0.5</c:v>
                </c:pt>
                <c:pt idx="82">
                  <c:v>0.75</c:v>
                </c:pt>
                <c:pt idx="83">
                  <c:v>1</c:v>
                </c:pt>
                <c:pt idx="84">
                  <c:v>1.33</c:v>
                </c:pt>
                <c:pt idx="85">
                  <c:v>1.67</c:v>
                </c:pt>
                <c:pt idx="86">
                  <c:v>2</c:v>
                </c:pt>
                <c:pt idx="87">
                  <c:v>2.5</c:v>
                </c:pt>
                <c:pt idx="88">
                  <c:v>0.29999999999999993</c:v>
                </c:pt>
                <c:pt idx="89">
                  <c:v>0.49999999999999994</c:v>
                </c:pt>
                <c:pt idx="90">
                  <c:v>0.74999999999999989</c:v>
                </c:pt>
                <c:pt idx="91">
                  <c:v>0.99999999999999978</c:v>
                </c:pt>
                <c:pt idx="92">
                  <c:v>1.3299999999999998</c:v>
                </c:pt>
                <c:pt idx="93">
                  <c:v>1.6699999999999997</c:v>
                </c:pt>
                <c:pt idx="94">
                  <c:v>1.9999999999999998</c:v>
                </c:pt>
                <c:pt idx="95">
                  <c:v>2.4999999999999996</c:v>
                </c:pt>
              </c:numCache>
            </c:numRef>
          </c:xVal>
          <c:yVal>
            <c:numRef>
              <c:f>'HR_Global Only'!$AK$102:$AK$197</c:f>
              <c:numCache>
                <c:formatCode>General</c:formatCode>
                <c:ptCount val="96"/>
                <c:pt idx="0">
                  <c:v>1.0350703382244055</c:v>
                </c:pt>
                <c:pt idx="1">
                  <c:v>1.0067961419749081</c:v>
                </c:pt>
                <c:pt idx="2">
                  <c:v>0.93895194387926151</c:v>
                </c:pt>
                <c:pt idx="3">
                  <c:v>0.78328148261202846</c:v>
                </c:pt>
                <c:pt idx="4">
                  <c:v>0.52309793272028826</c:v>
                </c:pt>
                <c:pt idx="5">
                  <c:v>0.34894465163639138</c:v>
                </c:pt>
                <c:pt idx="6">
                  <c:v>0.24861659608066097</c:v>
                </c:pt>
                <c:pt idx="7">
                  <c:v>0.16166366047560748</c:v>
                </c:pt>
                <c:pt idx="8">
                  <c:v>1.0457384980964739</c:v>
                </c:pt>
                <c:pt idx="9">
                  <c:v>1.0158523623811477</c:v>
                </c:pt>
                <c:pt idx="10">
                  <c:v>0.94492714349038742</c:v>
                </c:pt>
                <c:pt idx="11">
                  <c:v>0.78988297365749593</c:v>
                </c:pt>
                <c:pt idx="12">
                  <c:v>0.52933737494651467</c:v>
                </c:pt>
                <c:pt idx="13">
                  <c:v>0.35319842874255436</c:v>
                </c:pt>
                <c:pt idx="14">
                  <c:v>0.25160268948716613</c:v>
                </c:pt>
                <c:pt idx="15">
                  <c:v>0.16327162979063747</c:v>
                </c:pt>
                <c:pt idx="16">
                  <c:v>1.0517018580986368</c:v>
                </c:pt>
                <c:pt idx="17">
                  <c:v>1.0200360064370457</c:v>
                </c:pt>
                <c:pt idx="18">
                  <c:v>0.94642914462438454</c:v>
                </c:pt>
                <c:pt idx="19">
                  <c:v>0.79273230903830294</c:v>
                </c:pt>
                <c:pt idx="20">
                  <c:v>0.53181188898444887</c:v>
                </c:pt>
                <c:pt idx="21">
                  <c:v>0.35472428925186705</c:v>
                </c:pt>
                <c:pt idx="22">
                  <c:v>0.25264358372019052</c:v>
                </c:pt>
                <c:pt idx="23">
                  <c:v>0.16365653925253662</c:v>
                </c:pt>
                <c:pt idx="24">
                  <c:v>1.0610089301893249</c:v>
                </c:pt>
                <c:pt idx="25">
                  <c:v>1.027728901724632</c:v>
                </c:pt>
                <c:pt idx="26">
                  <c:v>0.95136315890360923</c:v>
                </c:pt>
                <c:pt idx="27">
                  <c:v>0.7970533639390287</c:v>
                </c:pt>
                <c:pt idx="28">
                  <c:v>0.53547257815660343</c:v>
                </c:pt>
                <c:pt idx="29">
                  <c:v>0.35702558706919085</c:v>
                </c:pt>
                <c:pt idx="30">
                  <c:v>0.2542046448074135</c:v>
                </c:pt>
                <c:pt idx="31">
                  <c:v>0.16420305770188023</c:v>
                </c:pt>
                <c:pt idx="32">
                  <c:v>1.070006851283994</c:v>
                </c:pt>
                <c:pt idx="33">
                  <c:v>1.0362985076836908</c:v>
                </c:pt>
                <c:pt idx="34">
                  <c:v>0.95702439536776374</c:v>
                </c:pt>
                <c:pt idx="35">
                  <c:v>0.80091932737395133</c:v>
                </c:pt>
                <c:pt idx="36">
                  <c:v>0.53794386597023791</c:v>
                </c:pt>
                <c:pt idx="37">
                  <c:v>0.35853552951059708</c:v>
                </c:pt>
                <c:pt idx="38">
                  <c:v>0.25522199700608844</c:v>
                </c:pt>
                <c:pt idx="39">
                  <c:v>0.16454330706888848</c:v>
                </c:pt>
                <c:pt idx="40">
                  <c:v>1.0766047843832498</c:v>
                </c:pt>
                <c:pt idx="41">
                  <c:v>1.0431917657654293</c:v>
                </c:pt>
                <c:pt idx="42">
                  <c:v>0.96067239548344774</c:v>
                </c:pt>
                <c:pt idx="43">
                  <c:v>0.80293869933576856</c:v>
                </c:pt>
                <c:pt idx="44">
                  <c:v>0.53894614631937043</c:v>
                </c:pt>
                <c:pt idx="45">
                  <c:v>0.35913207805546982</c:v>
                </c:pt>
                <c:pt idx="46">
                  <c:v>0.25562725631167627</c:v>
                </c:pt>
                <c:pt idx="47">
                  <c:v>0.16470907928551759</c:v>
                </c:pt>
                <c:pt idx="48">
                  <c:v>1.0369466776658174</c:v>
                </c:pt>
                <c:pt idx="49">
                  <c:v>1.0010446227981542</c:v>
                </c:pt>
                <c:pt idx="50">
                  <c:v>0.91706680583339972</c:v>
                </c:pt>
                <c:pt idx="51">
                  <c:v>0.75226156492347396</c:v>
                </c:pt>
                <c:pt idx="52">
                  <c:v>0.50879815564599185</c:v>
                </c:pt>
                <c:pt idx="53">
                  <c:v>0.34126215182246283</c:v>
                </c:pt>
                <c:pt idx="54">
                  <c:v>0.24363987663076087</c:v>
                </c:pt>
                <c:pt idx="55">
                  <c:v>0.15827386239203484</c:v>
                </c:pt>
                <c:pt idx="56">
                  <c:v>1.042305294930153</c:v>
                </c:pt>
                <c:pt idx="57">
                  <c:v>1.0058135434836335</c:v>
                </c:pt>
                <c:pt idx="58">
                  <c:v>0.92106553708459427</c:v>
                </c:pt>
                <c:pt idx="59">
                  <c:v>0.75531607713462567</c:v>
                </c:pt>
                <c:pt idx="60">
                  <c:v>0.5111909386683311</c:v>
                </c:pt>
                <c:pt idx="61">
                  <c:v>0.3429972212242593</c:v>
                </c:pt>
                <c:pt idx="62">
                  <c:v>0.24491338858414322</c:v>
                </c:pt>
                <c:pt idx="63">
                  <c:v>0.15908379970615905</c:v>
                </c:pt>
                <c:pt idx="64">
                  <c:v>1.0438429143577228</c:v>
                </c:pt>
                <c:pt idx="65">
                  <c:v>1.0075163853647617</c:v>
                </c:pt>
                <c:pt idx="66">
                  <c:v>0.92274191302042741</c:v>
                </c:pt>
                <c:pt idx="67">
                  <c:v>0.75673071738595177</c:v>
                </c:pt>
                <c:pt idx="68">
                  <c:v>0.51293632601451378</c:v>
                </c:pt>
                <c:pt idx="69">
                  <c:v>0.34439801120002145</c:v>
                </c:pt>
                <c:pt idx="70">
                  <c:v>0.24597670380226236</c:v>
                </c:pt>
                <c:pt idx="71">
                  <c:v>0.15980479530588157</c:v>
                </c:pt>
                <c:pt idx="72">
                  <c:v>1.0316393591592501</c:v>
                </c:pt>
                <c:pt idx="73">
                  <c:v>0.99935345326077796</c:v>
                </c:pt>
                <c:pt idx="74">
                  <c:v>0.91759817951470612</c:v>
                </c:pt>
                <c:pt idx="75">
                  <c:v>0.75381806143802399</c:v>
                </c:pt>
                <c:pt idx="76">
                  <c:v>0.51475552763170862</c:v>
                </c:pt>
                <c:pt idx="77">
                  <c:v>0.34655373812612261</c:v>
                </c:pt>
                <c:pt idx="78">
                  <c:v>0.24778985837406073</c:v>
                </c:pt>
                <c:pt idx="79">
                  <c:v>0.16168882319224687</c:v>
                </c:pt>
                <c:pt idx="80">
                  <c:v>0.9882931115075988</c:v>
                </c:pt>
                <c:pt idx="81">
                  <c:v>0.96272298800441392</c:v>
                </c:pt>
                <c:pt idx="82">
                  <c:v>0.89269230829704138</c:v>
                </c:pt>
                <c:pt idx="83">
                  <c:v>0.7343381630046143</c:v>
                </c:pt>
                <c:pt idx="84">
                  <c:v>0.51362748808014935</c:v>
                </c:pt>
                <c:pt idx="85">
                  <c:v>0.3487624805140645</c:v>
                </c:pt>
                <c:pt idx="86">
                  <c:v>0.25016380893375362</c:v>
                </c:pt>
                <c:pt idx="87">
                  <c:v>0.16358438127915242</c:v>
                </c:pt>
                <c:pt idx="88">
                  <c:v>0.97988818826616997</c:v>
                </c:pt>
                <c:pt idx="89">
                  <c:v>0.94998781827457102</c:v>
                </c:pt>
                <c:pt idx="90">
                  <c:v>0.88438936035321991</c:v>
                </c:pt>
                <c:pt idx="91">
                  <c:v>0.7193514474209598</c:v>
                </c:pt>
                <c:pt idx="92">
                  <c:v>0.51406721011833756</c:v>
                </c:pt>
                <c:pt idx="93">
                  <c:v>0.35254371020078373</c:v>
                </c:pt>
                <c:pt idx="94">
                  <c:v>0.25374297488962633</c:v>
                </c:pt>
                <c:pt idx="95">
                  <c:v>0.16629268531738728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2-7A20-48B6-93DC-AF18C5281E7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211930527"/>
        <c:axId val="211947327"/>
      </c:scatterChart>
      <c:valAx>
        <c:axId val="211930527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4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l-GR" sz="1400"/>
                  <a:t>λ</a:t>
                </a:r>
                <a:r>
                  <a:rPr lang="fr-FR" sz="1400" baseline="-25000"/>
                  <a:t>G</a:t>
                </a:r>
                <a:endParaRPr lang="en-US" sz="1400" baseline="-25000"/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4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0.00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11947327"/>
        <c:crosses val="autoZero"/>
        <c:crossBetween val="midCat"/>
      </c:valAx>
      <c:valAx>
        <c:axId val="211947327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4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l-GR" sz="1400"/>
                  <a:t>χ</a:t>
                </a:r>
                <a:r>
                  <a:rPr lang="fr-FR" sz="1400" baseline="-25000"/>
                  <a:t> G</a:t>
                </a:r>
                <a:endParaRPr lang="en-US" sz="1400" baseline="-25000"/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4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11930527"/>
        <c:crosses val="autoZero"/>
        <c:crossBetween val="midCat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rawings/drawing1.xml><?xml version="1.0" encoding="utf-8"?>
<c:userShapes xmlns:c="http://schemas.openxmlformats.org/drawingml/2006/chart">
  <cdr:relSizeAnchor xmlns:cdr="http://schemas.openxmlformats.org/drawingml/2006/chartDrawing">
    <cdr:from>
      <cdr:x>0.62626</cdr:x>
      <cdr:y>0.12414</cdr:y>
    </cdr:from>
    <cdr:to>
      <cdr:x>0.98059</cdr:x>
      <cdr:y>0.18261</cdr:y>
    </cdr:to>
    <cdr:sp macro="" textlink="">
      <cdr:nvSpPr>
        <cdr:cNvPr id="2" name="ZoneTexte 1">
          <a:extLst xmlns:a="http://schemas.openxmlformats.org/drawingml/2006/main">
            <a:ext uri="{FF2B5EF4-FFF2-40B4-BE49-F238E27FC236}">
              <a16:creationId xmlns:a16="http://schemas.microsoft.com/office/drawing/2014/main" id="{7A1670D6-D252-469A-A9F4-F3A34504BBF6}"/>
            </a:ext>
          </a:extLst>
        </cdr:cNvPr>
        <cdr:cNvSpPr txBox="1"/>
      </cdr:nvSpPr>
      <cdr:spPr>
        <a:xfrm xmlns:a="http://schemas.openxmlformats.org/drawingml/2006/main">
          <a:off x="5430344" y="781469"/>
          <a:ext cx="3072355" cy="368100"/>
        </a:xfrm>
        <a:prstGeom xmlns:a="http://schemas.openxmlformats.org/drawingml/2006/main" prst="rect">
          <a:avLst/>
        </a:prstGeom>
        <a:solidFill xmlns:a="http://schemas.openxmlformats.org/drawingml/2006/main">
          <a:schemeClr val="bg2"/>
        </a:solidFill>
        <a:ln xmlns:a="http://schemas.openxmlformats.org/drawingml/2006/main">
          <a:solidFill>
            <a:sysClr val="windowText" lastClr="000000"/>
          </a:solidFill>
        </a:ln>
      </cdr:spPr>
      <cdr:txBody>
        <a:bodyPr xmlns:a="http://schemas.openxmlformats.org/drawingml/2006/main" vertOverflow="clip" wrap="square" rtlCol="0"/>
        <a:lstStyle xmlns:a="http://schemas.openxmlformats.org/drawingml/2006/main"/>
        <a:p xmlns:a="http://schemas.openxmlformats.org/drawingml/2006/main">
          <a:pPr algn="ctr"/>
          <a:r>
            <a:rPr lang="fr-CA" sz="1600">
              <a:latin typeface="Times New Roman" panose="02020603050405020304" pitchFamily="18" charset="0"/>
              <a:cs typeface="Times New Roman" panose="02020603050405020304" pitchFamily="18" charset="0"/>
            </a:rPr>
            <a:t>Number of cases on graph : 144</a:t>
          </a:r>
        </a:p>
      </cdr:txBody>
    </cdr:sp>
  </cdr:relSizeAnchor>
</c:userShapes>
</file>

<file path=ppt/drawings/drawing2.xml><?xml version="1.0" encoding="utf-8"?>
<c:userShapes xmlns:c="http://schemas.openxmlformats.org/drawingml/2006/chart">
  <cdr:relSizeAnchor xmlns:cdr="http://schemas.openxmlformats.org/drawingml/2006/chartDrawing">
    <cdr:from>
      <cdr:x>0.62626</cdr:x>
      <cdr:y>0.12414</cdr:y>
    </cdr:from>
    <cdr:to>
      <cdr:x>0.98059</cdr:x>
      <cdr:y>0.18261</cdr:y>
    </cdr:to>
    <cdr:sp macro="" textlink="">
      <cdr:nvSpPr>
        <cdr:cNvPr id="2" name="ZoneTexte 1">
          <a:extLst xmlns:a="http://schemas.openxmlformats.org/drawingml/2006/main">
            <a:ext uri="{FF2B5EF4-FFF2-40B4-BE49-F238E27FC236}">
              <a16:creationId xmlns:a16="http://schemas.microsoft.com/office/drawing/2014/main" id="{7A1670D6-D252-469A-A9F4-F3A34504BBF6}"/>
            </a:ext>
          </a:extLst>
        </cdr:cNvPr>
        <cdr:cNvSpPr txBox="1"/>
      </cdr:nvSpPr>
      <cdr:spPr>
        <a:xfrm xmlns:a="http://schemas.openxmlformats.org/drawingml/2006/main">
          <a:off x="5430344" y="781469"/>
          <a:ext cx="3072355" cy="368100"/>
        </a:xfrm>
        <a:prstGeom xmlns:a="http://schemas.openxmlformats.org/drawingml/2006/main" prst="rect">
          <a:avLst/>
        </a:prstGeom>
        <a:solidFill xmlns:a="http://schemas.openxmlformats.org/drawingml/2006/main">
          <a:schemeClr val="bg2"/>
        </a:solidFill>
        <a:ln xmlns:a="http://schemas.openxmlformats.org/drawingml/2006/main">
          <a:solidFill>
            <a:sysClr val="windowText" lastClr="000000"/>
          </a:solidFill>
        </a:ln>
      </cdr:spPr>
      <cdr:txBody>
        <a:bodyPr xmlns:a="http://schemas.openxmlformats.org/drawingml/2006/main" vertOverflow="clip" wrap="square" rtlCol="0"/>
        <a:lstStyle xmlns:a="http://schemas.openxmlformats.org/drawingml/2006/main"/>
        <a:p xmlns:a="http://schemas.openxmlformats.org/drawingml/2006/main">
          <a:pPr algn="ctr"/>
          <a:r>
            <a:rPr lang="fr-CA" sz="1600">
              <a:latin typeface="Times New Roman" panose="02020603050405020304" pitchFamily="18" charset="0"/>
              <a:cs typeface="Times New Roman" panose="02020603050405020304" pitchFamily="18" charset="0"/>
            </a:rPr>
            <a:t>Number of cases on graph : 144</a:t>
          </a:r>
        </a:p>
      </cdr:txBody>
    </cdr:sp>
  </cdr:relSizeAnchor>
</c:userShape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FCB74D07-3FD3-A37D-A324-FE26967B0897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4F3BB9E-78C8-C45D-2A7D-D56681E452B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F431206-B756-4D34-887A-7457783790DE}" type="datetimeFigureOut">
              <a:rPr lang="en-GB" smtClean="0"/>
              <a:t>22/07/2026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D3FD5F6-4C39-61E0-BC25-E865A5B220F6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2F6DAF5-6274-A562-7381-D5D93A30FEC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8A9CACB-31D3-4978-AB55-99EB4708CE5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86937710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0-30T17:10:12.79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22 0 24575,'-9'5'0,"-3"1"-8191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0-30T17:10:12.79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22 0 24575,'-9'5'0,"-3"1"-8191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0-30T17:10:12.79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22 0 24575,'-9'5'0,"-3"1"-8191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0-30T17:10:12.79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22 0 24575,'-9'5'0,"-3"1"-8191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0-30T17:10:12.79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22 0 24575,'-9'5'0,"-3"1"-8191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0-30T17:10:12.79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22 0 24575,'-9'5'0,"-3"1"-8191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0-30T17:10:12.79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22 0 24575,'-9'5'0,"-3"1"-8191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0-30T17:10:12.79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22 0 24575,'-9'5'0,"-3"1"-8191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0-30T17:10:12.79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22 0 24575,'-9'5'0,"-3"1"-8191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0-30T17:10:12.79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22 0 24575,'-9'5'0,"-3"1"-8191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0-30T17:10:12.79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22 0 24575,'-9'5'0,"-3"1"-8191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0-30T17:10:12.79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22 0 24575,'-9'5'0,"-3"1"-8191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0-30T17:10:12.79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22 0 24575,'-9'5'0,"-3"1"-8191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0-30T17:10:12.79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22 0 24575,'-9'5'0,"-3"1"-8191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0-30T17:10:12.79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22 0 24575,'-9'5'0,"-3"1"-8191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0-30T17:10:12.79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22 0 24575,'-9'5'0,"-3"1"-8191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0-30T17:10:12.79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22 0 24575,'-9'5'0,"-3"1"-8191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0-30T17:10:12.79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22 0 24575,'-9'5'0,"-3"1"-8191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0-30T17:10:12.79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22 0 24575,'-9'5'0,"-3"1"-8191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0-30T17:10:12.79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22 0 24575,'-9'5'0,"-3"1"-8191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0-30T17:10:12.79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22 0 24575,'-9'5'0,"-3"1"-8191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0-30T17:10:12.79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22 0 24575,'-9'5'0,"-3"1"-8191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0-30T17:10:12.79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22 0 24575,'-9'5'0,"-3"1"-8191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0-30T17:10:12.79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22 0 24575,'-9'5'0,"-3"1"-8191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0-30T17:10:12.79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22 0 24575,'-9'5'0,"-3"1"-8191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0-30T17:10:12.79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22 0 24575,'-9'5'0,"-3"1"-8191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0-30T17:10:12.79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22 0 24575,'-9'5'0,"-3"1"-8191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0-30T17:10:12.79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22 0 24575,'-9'5'0,"-3"1"-8191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0-30T17:10:12.79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22 0 24575,'-9'5'0,"-3"1"-8191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0-30T17:10:12.79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22 0 24575,'-9'5'0,"-3"1"-8191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0-30T17:10:12.79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22 0 24575,'-9'5'0,"-3"1"-8191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0-30T17:10:12.79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22 0 24575,'-9'5'0,"-3"1"-8191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0-30T17:10:12.79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22 0 24575,'-9'5'0,"-3"1"-8191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0-30T17:10:12.79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22 0 24575,'-9'5'0,"-3"1"-8191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CA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7D02636-8AAE-4C92-A7CF-73089F821C27}" type="datetimeFigureOut">
              <a:rPr lang="fr-CA" smtClean="0"/>
              <a:t>2026-07-22</a:t>
            </a:fld>
            <a:endParaRPr lang="fr-CA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CA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CA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DC604F7-3DAE-490C-95BF-805F15C1526E}" type="slidenum">
              <a:rPr lang="fr-CA" smtClean="0"/>
              <a:t>‹#›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37357843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Hi everyone, Today, I will present some….</a:t>
            </a:r>
            <a:r>
              <a:rPr lang="en-US" altLang="fr-FR" sz="1200" b="1">
                <a:solidFill>
                  <a:srgbClr val="CC0000"/>
                </a:solidFill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 Overviews &amp; Specifications of Aluminum I Beam Project for Pedestrian Bridges.</a:t>
            </a:r>
          </a:p>
          <a:p>
            <a:endParaRPr lang="en-US" sz="1200" b="1">
              <a:solidFill>
                <a:srgbClr val="CC0000"/>
              </a:solidFill>
              <a:latin typeface="Times New Roman" panose="02020603050405020304" pitchFamily="18" charset="0"/>
              <a:ea typeface="Verdana" panose="020B0604030504040204" pitchFamily="34" charset="0"/>
              <a:cs typeface="Times New Roman" panose="02020603050405020304" pitchFamily="18" charset="0"/>
            </a:endParaRPr>
          </a:p>
          <a:p>
            <a:r>
              <a:rPr lang="en-US" sz="1200" b="1">
                <a:solidFill>
                  <a:srgbClr val="CC0000"/>
                </a:solidFill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Then after that we can discuss more about it, to find out the way that we can work to bring out the estimate results.</a:t>
            </a:r>
            <a:endParaRPr lang="en-C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C604F7-3DAE-490C-95BF-805F15C1526E}" type="slidenum">
              <a:rPr lang="fr-CA" smtClean="0"/>
              <a:t>1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87715038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E9ED85-C419-9384-D0AE-5488B387C7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BDB6F4E-24C5-CFA6-F3EE-4AAACA41DE5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800A867-696B-0D1E-E9F0-FE6580A9707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A" dirty="0"/>
              <a:t>All beams are going to be fabricated using fillet welds from 3 different plates along their lengths.</a:t>
            </a:r>
          </a:p>
          <a:p>
            <a:r>
              <a:rPr lang="en-CA"/>
              <a:t>The classes </a:t>
            </a:r>
            <a:r>
              <a:rPr lang="en-CA" dirty="0"/>
              <a:t>of sections are 2 &amp; 3 to consider </a:t>
            </a:r>
            <a:r>
              <a:rPr lang="en-CA"/>
              <a:t>the shortcoming </a:t>
            </a:r>
            <a:r>
              <a:rPr lang="en-CA" dirty="0"/>
              <a:t>of current designs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DEF199F-AD27-0F33-8AEA-CE793FE4E27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C604F7-3DAE-490C-95BF-805F15C1526E}" type="slidenum">
              <a:rPr lang="fr-CA" smtClean="0"/>
              <a:t>2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00840275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B35EEF-63B1-9D01-C79F-7C872D6820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E186342-0307-DB99-6248-081F208ED08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49CAA6E-7254-D343-0899-6F66460577B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A" dirty="0"/>
              <a:t>All beams are going to be fabricated using fillet welds from 3 different plates along their lengths.</a:t>
            </a:r>
          </a:p>
          <a:p>
            <a:r>
              <a:rPr lang="en-CA"/>
              <a:t>The classes </a:t>
            </a:r>
            <a:r>
              <a:rPr lang="en-CA" dirty="0"/>
              <a:t>of sections are 2 &amp; 3 to consider </a:t>
            </a:r>
            <a:r>
              <a:rPr lang="en-CA"/>
              <a:t>the shortcoming </a:t>
            </a:r>
            <a:r>
              <a:rPr lang="en-CA" dirty="0"/>
              <a:t>of current designs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72850D8-D7F8-3E49-2D74-1782744DE64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C604F7-3DAE-490C-95BF-805F15C1526E}" type="slidenum">
              <a:rPr lang="fr-CA" smtClean="0"/>
              <a:t>3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62167694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6B8E01-3E29-E6E3-E8B1-E7CDB44516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BEE9C0F-D361-F458-8CA4-9EFC9A22FD5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C182F0E-2494-C374-C9FB-022537C5E03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A" dirty="0"/>
              <a:t>All beams are going to be fabricated using fillet welds from 3 different plates along their lengths.</a:t>
            </a:r>
          </a:p>
          <a:p>
            <a:r>
              <a:rPr lang="en-CA"/>
              <a:t>The classes </a:t>
            </a:r>
            <a:r>
              <a:rPr lang="en-CA" dirty="0"/>
              <a:t>of sections are 2 &amp; 3 to consider </a:t>
            </a:r>
            <a:r>
              <a:rPr lang="en-CA"/>
              <a:t>the shortcoming </a:t>
            </a:r>
            <a:r>
              <a:rPr lang="en-CA" dirty="0"/>
              <a:t>of current designs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118F0BC-3C45-CD94-B1B0-133243EFCE1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C604F7-3DAE-490C-95BF-805F15C1526E}" type="slidenum">
              <a:rPr lang="fr-CA" smtClean="0"/>
              <a:t>4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21228404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893152-34DE-C9D4-CE7D-6ED8196C6E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173DAE6-BBC7-132B-3A63-2D5D97093A1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F66F806-977E-55A5-9327-4109E2EA550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A" dirty="0"/>
              <a:t>All beams are going to be fabricated using fillet welds from 3 different plates along their lengths.</a:t>
            </a:r>
          </a:p>
          <a:p>
            <a:r>
              <a:rPr lang="en-CA"/>
              <a:t>The classes </a:t>
            </a:r>
            <a:r>
              <a:rPr lang="en-CA" dirty="0"/>
              <a:t>of sections are 2 &amp; 3 to consider </a:t>
            </a:r>
            <a:r>
              <a:rPr lang="en-CA"/>
              <a:t>the shortcoming </a:t>
            </a:r>
            <a:r>
              <a:rPr lang="en-CA" dirty="0"/>
              <a:t>of current designs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44030D8-3135-2518-6F4F-4F076C1424F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C604F7-3DAE-490C-95BF-805F15C1526E}" type="slidenum">
              <a:rPr lang="fr-CA" smtClean="0"/>
              <a:t>5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83802675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D68786-D211-E7EE-8556-B5917E83F2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AD2DC10-855E-36E3-4A03-A0C1FCA8362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58CCB9C-5AAE-3EC5-CEF9-4599A6F9361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A" dirty="0"/>
              <a:t>All beams are going to be fabricated using fillet welds from 3 different plates along their lengths.</a:t>
            </a:r>
          </a:p>
          <a:p>
            <a:r>
              <a:rPr lang="en-CA"/>
              <a:t>The classes </a:t>
            </a:r>
            <a:r>
              <a:rPr lang="en-CA" dirty="0"/>
              <a:t>of sections are 2 &amp; 3 to consider </a:t>
            </a:r>
            <a:r>
              <a:rPr lang="en-CA"/>
              <a:t>the shortcoming </a:t>
            </a:r>
            <a:r>
              <a:rPr lang="en-CA" dirty="0"/>
              <a:t>of current designs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B7EF24A-B260-33D1-181C-3DB420748E1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C604F7-3DAE-490C-95BF-805F15C1526E}" type="slidenum">
              <a:rPr lang="fr-CA" smtClean="0"/>
              <a:t>6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18388226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835C23-9F99-AE22-1A1B-3B4497A1AE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42EABF2-DE18-FB6C-B0A2-B1B0A16D80D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4D939FD-6EDC-5816-DE32-C73F936B50B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A" dirty="0"/>
              <a:t>All beams are going to be fabricated using fillet welds from 3 different plates along their lengths.</a:t>
            </a:r>
          </a:p>
          <a:p>
            <a:r>
              <a:rPr lang="en-CA"/>
              <a:t>The classes </a:t>
            </a:r>
            <a:r>
              <a:rPr lang="en-CA" dirty="0"/>
              <a:t>of sections are 2 &amp; 3 to consider </a:t>
            </a:r>
            <a:r>
              <a:rPr lang="en-CA"/>
              <a:t>the shortcoming </a:t>
            </a:r>
            <a:r>
              <a:rPr lang="en-CA" dirty="0"/>
              <a:t>of current designs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55984C5-31EC-195D-53F0-CDB5361A4EB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C604F7-3DAE-490C-95BF-805F15C1526E}" type="slidenum">
              <a:rPr lang="fr-CA" smtClean="0"/>
              <a:t>7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31288545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F254B9-5A40-EA0A-6C71-F1E5183D4C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A63D0F5-537F-33D3-3342-C210A0634A4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19248F2-46E0-B0CA-1F34-BE28D787653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A" dirty="0"/>
              <a:t>All beams are going to be fabricated using fillet welds from 3 different plates along their lengths.</a:t>
            </a:r>
          </a:p>
          <a:p>
            <a:r>
              <a:rPr lang="en-CA"/>
              <a:t>The classes </a:t>
            </a:r>
            <a:r>
              <a:rPr lang="en-CA" dirty="0"/>
              <a:t>of sections are 2 &amp; 3 to consider </a:t>
            </a:r>
            <a:r>
              <a:rPr lang="en-CA"/>
              <a:t>the shortcoming </a:t>
            </a:r>
            <a:r>
              <a:rPr lang="en-CA" dirty="0"/>
              <a:t>of current designs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96B7C0D-8D25-5C66-BB85-9DB5D6B9318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C604F7-3DAE-490C-95BF-805F15C1526E}" type="slidenum">
              <a:rPr lang="fr-CA" smtClean="0"/>
              <a:t>8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35200626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C66668-DE45-99CC-5CA1-A42B048DA6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9F61409-E6A5-7994-CD02-DE0DFCCC243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051D4DE-7109-1F68-A502-0181547EE5A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A" dirty="0"/>
              <a:t>All beams are going to be fabricated using fillet welds from 3 different plates along their lengths.</a:t>
            </a:r>
          </a:p>
          <a:p>
            <a:r>
              <a:rPr lang="en-CA"/>
              <a:t>The classes </a:t>
            </a:r>
            <a:r>
              <a:rPr lang="en-CA" dirty="0"/>
              <a:t>of sections are 2 &amp; 3 to consider </a:t>
            </a:r>
            <a:r>
              <a:rPr lang="en-CA"/>
              <a:t>the shortcoming </a:t>
            </a:r>
            <a:r>
              <a:rPr lang="en-CA" dirty="0"/>
              <a:t>of current designs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7F65646-A44E-EB95-B4B6-8035920B3F2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C604F7-3DAE-490C-95BF-805F15C1526E}" type="slidenum">
              <a:rPr lang="fr-CA" smtClean="0"/>
              <a:t>9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28685173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F254B9-5A40-EA0A-6C71-F1E5183D4C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A63D0F5-537F-33D3-3342-C210A0634A4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19248F2-46E0-B0CA-1F34-BE28D787653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A" dirty="0"/>
              <a:t>All beams are going to be fabricated using fillet welds from 3 different plates along their lengths.</a:t>
            </a:r>
          </a:p>
          <a:p>
            <a:r>
              <a:rPr lang="en-CA"/>
              <a:t>The classes </a:t>
            </a:r>
            <a:r>
              <a:rPr lang="en-CA" dirty="0"/>
              <a:t>of sections are 2 &amp; 3 to consider </a:t>
            </a:r>
            <a:r>
              <a:rPr lang="en-CA"/>
              <a:t>the shortcoming </a:t>
            </a:r>
            <a:r>
              <a:rPr lang="en-CA" dirty="0"/>
              <a:t>of current designs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96B7C0D-8D25-5C66-BB85-9DB5D6B9318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C604F7-3DAE-490C-95BF-805F15C1526E}" type="slidenum">
              <a:rPr lang="fr-CA" smtClean="0"/>
              <a:t>10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333227409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F254B9-5A40-EA0A-6C71-F1E5183D4C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A63D0F5-537F-33D3-3342-C210A0634A4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19248F2-46E0-B0CA-1F34-BE28D787653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A" dirty="0"/>
              <a:t>All beams are going to be fabricated using fillet welds from 3 different plates along their lengths.</a:t>
            </a:r>
          </a:p>
          <a:p>
            <a:r>
              <a:rPr lang="en-CA"/>
              <a:t>The classes </a:t>
            </a:r>
            <a:r>
              <a:rPr lang="en-CA" dirty="0"/>
              <a:t>of sections are 2 &amp; 3 to consider </a:t>
            </a:r>
            <a:r>
              <a:rPr lang="en-CA"/>
              <a:t>the shortcoming </a:t>
            </a:r>
            <a:r>
              <a:rPr lang="en-CA" dirty="0"/>
              <a:t>of current designs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96B7C0D-8D25-5C66-BB85-9DB5D6B9318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C604F7-3DAE-490C-95BF-805F15C1526E}" type="slidenum">
              <a:rPr lang="fr-CA" smtClean="0"/>
              <a:t>11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418136440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F254B9-5A40-EA0A-6C71-F1E5183D4C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A63D0F5-537F-33D3-3342-C210A0634A4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19248F2-46E0-B0CA-1F34-BE28D787653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A" dirty="0"/>
              <a:t>All beams are going to be fabricated using fillet welds from 3 different plates along their lengths.</a:t>
            </a:r>
          </a:p>
          <a:p>
            <a:r>
              <a:rPr lang="en-CA"/>
              <a:t>The classes </a:t>
            </a:r>
            <a:r>
              <a:rPr lang="en-CA" dirty="0"/>
              <a:t>of sections are 2 &amp; 3 to consider </a:t>
            </a:r>
            <a:r>
              <a:rPr lang="en-CA"/>
              <a:t>the shortcoming </a:t>
            </a:r>
            <a:r>
              <a:rPr lang="en-CA" dirty="0"/>
              <a:t>of current designs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96B7C0D-8D25-5C66-BB85-9DB5D6B9318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C604F7-3DAE-490C-95BF-805F15C1526E}" type="slidenum">
              <a:rPr lang="fr-CA" smtClean="0"/>
              <a:t>12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78624184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F254B9-5A40-EA0A-6C71-F1E5183D4C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A63D0F5-537F-33D3-3342-C210A0634A4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19248F2-46E0-B0CA-1F34-BE28D787653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A" dirty="0"/>
              <a:t>All beams are going to be fabricated using fillet welds from 3 different plates along their lengths.</a:t>
            </a:r>
          </a:p>
          <a:p>
            <a:r>
              <a:rPr lang="en-CA"/>
              <a:t>The classes </a:t>
            </a:r>
            <a:r>
              <a:rPr lang="en-CA" dirty="0"/>
              <a:t>of sections are 2 &amp; 3 to consider </a:t>
            </a:r>
            <a:r>
              <a:rPr lang="en-CA"/>
              <a:t>the shortcoming </a:t>
            </a:r>
            <a:r>
              <a:rPr lang="en-CA" dirty="0"/>
              <a:t>of current designs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96B7C0D-8D25-5C66-BB85-9DB5D6B9318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C604F7-3DAE-490C-95BF-805F15C1526E}" type="slidenum">
              <a:rPr lang="fr-CA" smtClean="0"/>
              <a:t>13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351632856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F254B9-5A40-EA0A-6C71-F1E5183D4C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A63D0F5-537F-33D3-3342-C210A0634A4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19248F2-46E0-B0CA-1F34-BE28D787653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A" dirty="0"/>
              <a:t>All beams are going to be fabricated using fillet welds from 3 different plates along their lengths.</a:t>
            </a:r>
          </a:p>
          <a:p>
            <a:r>
              <a:rPr lang="en-CA"/>
              <a:t>The classes </a:t>
            </a:r>
            <a:r>
              <a:rPr lang="en-CA" dirty="0"/>
              <a:t>of sections are 2 &amp; 3 to consider </a:t>
            </a:r>
            <a:r>
              <a:rPr lang="en-CA"/>
              <a:t>the shortcoming </a:t>
            </a:r>
            <a:r>
              <a:rPr lang="en-CA" dirty="0"/>
              <a:t>of current designs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96B7C0D-8D25-5C66-BB85-9DB5D6B9318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C604F7-3DAE-490C-95BF-805F15C1526E}" type="slidenum">
              <a:rPr lang="fr-CA" smtClean="0"/>
              <a:t>14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54690598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F254B9-5A40-EA0A-6C71-F1E5183D4C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A63D0F5-537F-33D3-3342-C210A0634A4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19248F2-46E0-B0CA-1F34-BE28D787653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A" dirty="0"/>
              <a:t>All beams are going to be fabricated using fillet welds from 3 different plates along their lengths.</a:t>
            </a:r>
          </a:p>
          <a:p>
            <a:r>
              <a:rPr lang="en-CA"/>
              <a:t>The classes </a:t>
            </a:r>
            <a:r>
              <a:rPr lang="en-CA" dirty="0"/>
              <a:t>of sections are 2 &amp; 3 to consider </a:t>
            </a:r>
            <a:r>
              <a:rPr lang="en-CA"/>
              <a:t>the shortcoming </a:t>
            </a:r>
            <a:r>
              <a:rPr lang="en-CA" dirty="0"/>
              <a:t>of current designs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96B7C0D-8D25-5C66-BB85-9DB5D6B9318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C604F7-3DAE-490C-95BF-805F15C1526E}" type="slidenum">
              <a:rPr lang="fr-CA" smtClean="0"/>
              <a:t>15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392753502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F254B9-5A40-EA0A-6C71-F1E5183D4C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A63D0F5-537F-33D3-3342-C210A0634A4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19248F2-46E0-B0CA-1F34-BE28D787653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A" dirty="0"/>
              <a:t>All beams are going to be fabricated using fillet welds from 3 different plates along their lengths.</a:t>
            </a:r>
          </a:p>
          <a:p>
            <a:r>
              <a:rPr lang="en-CA"/>
              <a:t>The classes </a:t>
            </a:r>
            <a:r>
              <a:rPr lang="en-CA" dirty="0"/>
              <a:t>of sections are 2 &amp; 3 to consider </a:t>
            </a:r>
            <a:r>
              <a:rPr lang="en-CA"/>
              <a:t>the shortcoming </a:t>
            </a:r>
            <a:r>
              <a:rPr lang="en-CA" dirty="0"/>
              <a:t>of current designs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96B7C0D-8D25-5C66-BB85-9DB5D6B9318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C604F7-3DAE-490C-95BF-805F15C1526E}" type="slidenum">
              <a:rPr lang="fr-CA" smtClean="0"/>
              <a:t>16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300897012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C3AB62-5CD3-DB16-0AE9-8BAF33D19E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CDE979E-FF45-A439-5671-BA795C6EB0A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03E920A-68F8-4402-7A7B-F7089003B75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A" dirty="0"/>
              <a:t>All beams are going to be fabricated using fillet welds from 3 different plates along their lengths.</a:t>
            </a:r>
          </a:p>
          <a:p>
            <a:r>
              <a:rPr lang="en-CA"/>
              <a:t>The classes </a:t>
            </a:r>
            <a:r>
              <a:rPr lang="en-CA" dirty="0"/>
              <a:t>of sections are 2 &amp; 3 to consider </a:t>
            </a:r>
            <a:r>
              <a:rPr lang="en-CA"/>
              <a:t>the shortcoming </a:t>
            </a:r>
            <a:r>
              <a:rPr lang="en-CA" dirty="0"/>
              <a:t>of current designs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FE15C0-85B2-9DD1-45A2-8CC034C20D8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C604F7-3DAE-490C-95BF-805F15C1526E}" type="slidenum">
              <a:rPr lang="fr-CA" smtClean="0"/>
              <a:t>17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4417897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AC9040-F41B-0EC9-79D9-C984B5B694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714C4DC-670C-D7C2-9FAE-4AB9A9AC963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DCE0C70-C299-1C1B-5BA0-B95E57CA89A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A" dirty="0"/>
              <a:t>All beams are going to be fabricated using fillet welds from 3 different plates along their lengths.</a:t>
            </a:r>
          </a:p>
          <a:p>
            <a:r>
              <a:rPr lang="en-CA"/>
              <a:t>The classes </a:t>
            </a:r>
            <a:r>
              <a:rPr lang="en-CA" dirty="0"/>
              <a:t>of sections are 2 &amp; 3 to consider </a:t>
            </a:r>
            <a:r>
              <a:rPr lang="en-CA"/>
              <a:t>the shortcoming </a:t>
            </a:r>
            <a:r>
              <a:rPr lang="en-CA" dirty="0"/>
              <a:t>of current designs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659D6D-4E64-FF18-B919-58D38A03012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C604F7-3DAE-490C-95BF-805F15C1526E}" type="slidenum">
              <a:rPr lang="fr-CA" smtClean="0"/>
              <a:t>18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354256311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B504CD-A5AC-D15D-7148-4BBD96B018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253623F-113A-244E-52A8-89EE613EE19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EEF7FE9-3A33-E75F-DE7D-10245528325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A" dirty="0"/>
              <a:t>All beams are going to be fabricated using fillet welds from 3 different plates along their lengths.</a:t>
            </a:r>
          </a:p>
          <a:p>
            <a:r>
              <a:rPr lang="en-CA"/>
              <a:t>The classes </a:t>
            </a:r>
            <a:r>
              <a:rPr lang="en-CA" dirty="0"/>
              <a:t>of sections are 2 &amp; 3 to consider </a:t>
            </a:r>
            <a:r>
              <a:rPr lang="en-CA"/>
              <a:t>the shortcoming </a:t>
            </a:r>
            <a:r>
              <a:rPr lang="en-CA" dirty="0"/>
              <a:t>of current designs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572356D-68FB-6F9A-9D56-7F3F6DA618E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C604F7-3DAE-490C-95BF-805F15C1526E}" type="slidenum">
              <a:rPr lang="fr-CA" smtClean="0"/>
              <a:t>19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91824731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0A8123-ED2C-0FE9-CC22-1FFD61F15F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E97D966-5E94-34A8-DEFE-9EDB424E86A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20BFD1C-E4D9-F43E-59F5-E366D146588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A" dirty="0"/>
              <a:t>All beams are going to be fabricated using fillet welds from 3 different plates along their lengths.</a:t>
            </a:r>
          </a:p>
          <a:p>
            <a:r>
              <a:rPr lang="en-CA"/>
              <a:t>The classes </a:t>
            </a:r>
            <a:r>
              <a:rPr lang="en-CA" dirty="0"/>
              <a:t>of sections are 2 &amp; 3 to consider </a:t>
            </a:r>
            <a:r>
              <a:rPr lang="en-CA"/>
              <a:t>the shortcoming </a:t>
            </a:r>
            <a:r>
              <a:rPr lang="en-CA" dirty="0"/>
              <a:t>of current designs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58D7386-19C2-9DF9-002F-8903063F559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C604F7-3DAE-490C-95BF-805F15C1526E}" type="slidenum">
              <a:rPr lang="fr-CA" smtClean="0"/>
              <a:t>20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375363743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F254B9-5A40-EA0A-6C71-F1E5183D4C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A63D0F5-537F-33D3-3342-C210A0634A4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19248F2-46E0-B0CA-1F34-BE28D787653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A" dirty="0"/>
              <a:t>All beams are going to be fabricated using fillet welds from 3 different plates along their lengths.</a:t>
            </a:r>
          </a:p>
          <a:p>
            <a:r>
              <a:rPr lang="en-CA"/>
              <a:t>The classes </a:t>
            </a:r>
            <a:r>
              <a:rPr lang="en-CA" dirty="0"/>
              <a:t>of sections are 2 &amp; 3 to consider </a:t>
            </a:r>
            <a:r>
              <a:rPr lang="en-CA"/>
              <a:t>the shortcoming </a:t>
            </a:r>
            <a:r>
              <a:rPr lang="en-CA" dirty="0"/>
              <a:t>of current designs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96B7C0D-8D25-5C66-BB85-9DB5D6B9318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C604F7-3DAE-490C-95BF-805F15C1526E}" type="slidenum">
              <a:rPr lang="fr-CA" smtClean="0"/>
              <a:t>21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302524134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F254B9-5A40-EA0A-6C71-F1E5183D4C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A63D0F5-537F-33D3-3342-C210A0634A4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19248F2-46E0-B0CA-1F34-BE28D787653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A" dirty="0"/>
              <a:t>All beams are going to be fabricated using fillet welds from 3 different plates along their lengths.</a:t>
            </a:r>
          </a:p>
          <a:p>
            <a:r>
              <a:rPr lang="en-CA"/>
              <a:t>The classes </a:t>
            </a:r>
            <a:r>
              <a:rPr lang="en-CA" dirty="0"/>
              <a:t>of sections are 2 &amp; 3 to consider </a:t>
            </a:r>
            <a:r>
              <a:rPr lang="en-CA"/>
              <a:t>the shortcoming </a:t>
            </a:r>
            <a:r>
              <a:rPr lang="en-CA" dirty="0"/>
              <a:t>of current designs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96B7C0D-8D25-5C66-BB85-9DB5D6B9318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C604F7-3DAE-490C-95BF-805F15C1526E}" type="slidenum">
              <a:rPr lang="fr-CA" smtClean="0"/>
              <a:t>22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790222848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0E5547-73C4-CBA9-AF69-93F2FA9EDB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C42F616-900B-8060-E5BA-3EEE07AD0D8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D90402E-0807-A2EF-6BA1-ED17EF9473D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A" dirty="0"/>
              <a:t>All beams are going to be fabricated using fillet welds from 3 different plates along their lengths.</a:t>
            </a:r>
          </a:p>
          <a:p>
            <a:r>
              <a:rPr lang="en-CA"/>
              <a:t>The classes </a:t>
            </a:r>
            <a:r>
              <a:rPr lang="en-CA" dirty="0"/>
              <a:t>of sections are 2 &amp; 3 to consider </a:t>
            </a:r>
            <a:r>
              <a:rPr lang="en-CA"/>
              <a:t>the shortcoming </a:t>
            </a:r>
            <a:r>
              <a:rPr lang="en-CA" dirty="0"/>
              <a:t>of current designs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5F18F5D-C40C-2AC7-AF3D-F763DB7F6BF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C604F7-3DAE-490C-95BF-805F15C1526E}" type="slidenum">
              <a:rPr lang="fr-CA" smtClean="0"/>
              <a:t>23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595200452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DE0838-5AD8-87B3-78B5-4BE1894220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C2FBF4D-3167-1B01-1A25-4BBAB002EA6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75BBA47-781A-59A8-6A6C-A2E704AEA80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A" dirty="0"/>
              <a:t>All beams are going to be fabricated using fillet welds from 3 different plates along their lengths.</a:t>
            </a:r>
          </a:p>
          <a:p>
            <a:r>
              <a:rPr lang="en-CA"/>
              <a:t>The classes </a:t>
            </a:r>
            <a:r>
              <a:rPr lang="en-CA" dirty="0"/>
              <a:t>of sections are 2 &amp; 3 to consider </a:t>
            </a:r>
            <a:r>
              <a:rPr lang="en-CA"/>
              <a:t>the shortcoming </a:t>
            </a:r>
            <a:r>
              <a:rPr lang="en-CA" dirty="0"/>
              <a:t>of current designs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810DDC1-52D5-86BB-1E73-E60BAC75B8B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C604F7-3DAE-490C-95BF-805F15C1526E}" type="slidenum">
              <a:rPr lang="fr-CA" smtClean="0"/>
              <a:t>24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193444554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29A5F5-752A-2C7B-4B82-1045FCB9DC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2730A40-A6B6-84AA-7CE4-735868F0534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7CF0E18-0400-387A-8104-6535CA0665D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A" dirty="0"/>
              <a:t>All beams are going to be fabricated using fillet welds from 3 different plates along their lengths.</a:t>
            </a:r>
          </a:p>
          <a:p>
            <a:r>
              <a:rPr lang="en-CA"/>
              <a:t>The classes </a:t>
            </a:r>
            <a:r>
              <a:rPr lang="en-CA" dirty="0"/>
              <a:t>of sections are 2 &amp; 3 to consider </a:t>
            </a:r>
            <a:r>
              <a:rPr lang="en-CA"/>
              <a:t>the shortcoming </a:t>
            </a:r>
            <a:r>
              <a:rPr lang="en-CA" dirty="0"/>
              <a:t>of current designs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8364E7-8C4B-D2D9-25D1-595C0460D92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C604F7-3DAE-490C-95BF-805F15C1526E}" type="slidenum">
              <a:rPr lang="fr-CA" smtClean="0"/>
              <a:t>25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125904536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459DB2-92CE-462B-8E1A-4102A10768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76F9878-7D7E-F050-4556-A86E895DA32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76A7583-5405-7C25-3B47-ACAB17EE3E3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A" dirty="0"/>
              <a:t>All beams are going to be fabricated using fillet welds from 3 different plates along their lengths.</a:t>
            </a:r>
          </a:p>
          <a:p>
            <a:r>
              <a:rPr lang="en-CA"/>
              <a:t>The classes </a:t>
            </a:r>
            <a:r>
              <a:rPr lang="en-CA" dirty="0"/>
              <a:t>of sections are 2 &amp; 3 to consider </a:t>
            </a:r>
            <a:r>
              <a:rPr lang="en-CA"/>
              <a:t>the shortcoming </a:t>
            </a:r>
            <a:r>
              <a:rPr lang="en-CA" dirty="0"/>
              <a:t>of current designs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CF2B01E-27FA-D1E2-9BF9-DACEA0FDDA2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C604F7-3DAE-490C-95BF-805F15C1526E}" type="slidenum">
              <a:rPr lang="fr-CA" smtClean="0"/>
              <a:t>26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583239027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BAFA54-D062-50AF-7388-B41D831A21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2E6A479-AAF9-7EBE-D616-55223FC1AD7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2948DEF-3A79-5044-EB53-5E8ABD846E4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A" dirty="0"/>
              <a:t>All beams are going to be fabricated using fillet welds from 3 different plates along their lengths.</a:t>
            </a:r>
          </a:p>
          <a:p>
            <a:r>
              <a:rPr lang="en-CA"/>
              <a:t>The classes </a:t>
            </a:r>
            <a:r>
              <a:rPr lang="en-CA" dirty="0"/>
              <a:t>of sections are 2 &amp; 3 to consider </a:t>
            </a:r>
            <a:r>
              <a:rPr lang="en-CA"/>
              <a:t>the shortcoming </a:t>
            </a:r>
            <a:r>
              <a:rPr lang="en-CA" dirty="0"/>
              <a:t>of current designs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7DBCA9B-D1EA-0D02-0E55-AA3619776D1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C604F7-3DAE-490C-95BF-805F15C1526E}" type="slidenum">
              <a:rPr lang="fr-CA" smtClean="0"/>
              <a:t>27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3499576433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B7E78B-CBBD-E6D7-9489-6AA965579F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E0909B4-9DD7-E42C-2AE5-A84C508B6DD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982438D-8179-AA55-7123-0D6A6976944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A" dirty="0"/>
              <a:t>All beams are going to be fabricated using fillet welds from 3 different plates along their lengths.</a:t>
            </a:r>
          </a:p>
          <a:p>
            <a:r>
              <a:rPr lang="en-CA"/>
              <a:t>The classes </a:t>
            </a:r>
            <a:r>
              <a:rPr lang="en-CA" dirty="0"/>
              <a:t>of sections are 2 &amp; 3 to consider </a:t>
            </a:r>
            <a:r>
              <a:rPr lang="en-CA"/>
              <a:t>the shortcoming </a:t>
            </a:r>
            <a:r>
              <a:rPr lang="en-CA" dirty="0"/>
              <a:t>of current designs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041F4FB-B7CB-2CD1-361C-7C860324EC6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C604F7-3DAE-490C-95BF-805F15C1526E}" type="slidenum">
              <a:rPr lang="fr-CA" smtClean="0"/>
              <a:t>28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3688186899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232B34-ED99-06C5-B222-8385CE6B19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986994B-D247-3170-E262-9EAAAE7F839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A7B804E-3D2B-B61B-A4A5-4B84BA51039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A" dirty="0"/>
              <a:t>All beams are going to be fabricated using fillet welds from 3 different plates along their lengths.</a:t>
            </a:r>
          </a:p>
          <a:p>
            <a:r>
              <a:rPr lang="en-CA"/>
              <a:t>The classes </a:t>
            </a:r>
            <a:r>
              <a:rPr lang="en-CA" dirty="0"/>
              <a:t>of sections are 2 &amp; 3 to consider </a:t>
            </a:r>
            <a:r>
              <a:rPr lang="en-CA"/>
              <a:t>the shortcoming </a:t>
            </a:r>
            <a:r>
              <a:rPr lang="en-CA" dirty="0"/>
              <a:t>of current designs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E4B223-0677-8540-483B-21BABC89A94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C604F7-3DAE-490C-95BF-805F15C1526E}" type="slidenum">
              <a:rPr lang="fr-CA" smtClean="0"/>
              <a:t>29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3802991567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BCA7BA-B618-77CA-397F-B42302A18A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3C95321-2A2F-9C05-D1DD-690613AF005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D8386B7-AF9D-30B5-2E14-D1E726FA6E1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A" dirty="0"/>
              <a:t>All beams are going to be fabricated using fillet welds from 3 different plates along their lengths.</a:t>
            </a:r>
          </a:p>
          <a:p>
            <a:r>
              <a:rPr lang="en-CA"/>
              <a:t>The classes </a:t>
            </a:r>
            <a:r>
              <a:rPr lang="en-CA" dirty="0"/>
              <a:t>of sections are 2 &amp; 3 to consider </a:t>
            </a:r>
            <a:r>
              <a:rPr lang="en-CA"/>
              <a:t>the shortcoming </a:t>
            </a:r>
            <a:r>
              <a:rPr lang="en-CA" dirty="0"/>
              <a:t>of current designs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A0C2FD-061C-2554-5DF5-9F4ADC662FA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C604F7-3DAE-490C-95BF-805F15C1526E}" type="slidenum">
              <a:rPr lang="fr-CA" smtClean="0"/>
              <a:t>30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935698226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125B2D-2F2C-0C36-0EBC-E274DB7E53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17D65CA-AB22-0CFB-04CB-13C1CDA0A93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70D53F0-CF9B-B2A6-EC4F-8404116BD33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A" dirty="0"/>
              <a:t>All beams are going to be fabricated using fillet welds from 3 different plates along their lengths.</a:t>
            </a:r>
          </a:p>
          <a:p>
            <a:r>
              <a:rPr lang="en-CA"/>
              <a:t>The classes </a:t>
            </a:r>
            <a:r>
              <a:rPr lang="en-CA" dirty="0"/>
              <a:t>of sections are 2 &amp; 3 to consider </a:t>
            </a:r>
            <a:r>
              <a:rPr lang="en-CA"/>
              <a:t>the shortcoming </a:t>
            </a:r>
            <a:r>
              <a:rPr lang="en-CA" dirty="0"/>
              <a:t>of current designs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D1E1E3F-157F-D095-B949-A786F12ECA2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C604F7-3DAE-490C-95BF-805F15C1526E}" type="slidenum">
              <a:rPr lang="fr-CA" smtClean="0"/>
              <a:t>31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54323662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4FB870-FF67-C2CB-8969-3C4B5B69D7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8114900-B979-3D1F-064D-17A3E18DAA5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34817ED-E911-DBD8-3A2C-3D7EB5ADBB7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A" dirty="0"/>
              <a:t>All beams are going to be fabricated using fillet welds from 3 different plates along their lengths.</a:t>
            </a:r>
          </a:p>
          <a:p>
            <a:r>
              <a:rPr lang="en-CA"/>
              <a:t>The classes </a:t>
            </a:r>
            <a:r>
              <a:rPr lang="en-CA" dirty="0"/>
              <a:t>of sections are 2 &amp; 3 to consider </a:t>
            </a:r>
            <a:r>
              <a:rPr lang="en-CA"/>
              <a:t>the shortcoming </a:t>
            </a:r>
            <a:r>
              <a:rPr lang="en-CA" dirty="0"/>
              <a:t>of current designs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A1389A8-427F-3D7F-BED9-47244F0029E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C604F7-3DAE-490C-95BF-805F15C1526E}" type="slidenum">
              <a:rPr lang="fr-CA" smtClean="0"/>
              <a:t>32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3790252978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DB7FEF-9F83-5941-F535-DF42DF32A7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0A1E933-8CA6-1D93-BD35-09C4531E1DA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C26A0D6-4404-3937-0859-49886800A33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A" dirty="0"/>
              <a:t>All beams are going to be fabricated using fillet welds from 3 different plates along their lengths.</a:t>
            </a:r>
          </a:p>
          <a:p>
            <a:r>
              <a:rPr lang="en-CA"/>
              <a:t>The classes </a:t>
            </a:r>
            <a:r>
              <a:rPr lang="en-CA" dirty="0"/>
              <a:t>of sections are 2 &amp; 3 to consider </a:t>
            </a:r>
            <a:r>
              <a:rPr lang="en-CA"/>
              <a:t>the shortcoming </a:t>
            </a:r>
            <a:r>
              <a:rPr lang="en-CA" dirty="0"/>
              <a:t>of current designs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49AFCE-3360-ACB8-5C41-91050BFD9D8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C604F7-3DAE-490C-95BF-805F15C1526E}" type="slidenum">
              <a:rPr lang="fr-CA" smtClean="0"/>
              <a:t>33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751701924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8CBC26-C68B-D36F-6567-6E4DB3500D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63B02DA-DE79-6C78-2F55-402E6AC7FC8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6DFB482-9F60-1674-AC0A-38B7F109436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A" dirty="0"/>
              <a:t>All beams are going to be fabricated using fillet welds from 3 different plates along their lengths.</a:t>
            </a:r>
          </a:p>
          <a:p>
            <a:r>
              <a:rPr lang="en-CA"/>
              <a:t>The classes </a:t>
            </a:r>
            <a:r>
              <a:rPr lang="en-CA" dirty="0"/>
              <a:t>of sections are 2 &amp; 3 to consider </a:t>
            </a:r>
            <a:r>
              <a:rPr lang="en-CA"/>
              <a:t>the shortcoming </a:t>
            </a:r>
            <a:r>
              <a:rPr lang="en-CA" dirty="0"/>
              <a:t>of current designs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A877DAC-9881-A221-CAB7-D4CA31B12E2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C604F7-3DAE-490C-95BF-805F15C1526E}" type="slidenum">
              <a:rPr lang="fr-CA" smtClean="0"/>
              <a:t>34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3735182445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058010-BBC0-4BC9-E54A-EC1E11EFAF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5EDC148-C6F8-29AC-D5B9-1C87C20A5EF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0F8C9F0-FB16-EBF2-F2C3-A557DF0E059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A" dirty="0"/>
              <a:t>All beams are going to be fabricated using fillet welds from 3 different plates along their lengths.</a:t>
            </a:r>
          </a:p>
          <a:p>
            <a:r>
              <a:rPr lang="en-CA"/>
              <a:t>The classes </a:t>
            </a:r>
            <a:r>
              <a:rPr lang="en-CA" dirty="0"/>
              <a:t>of sections are 2 &amp; 3 to consider </a:t>
            </a:r>
            <a:r>
              <a:rPr lang="en-CA"/>
              <a:t>the shortcoming </a:t>
            </a:r>
            <a:r>
              <a:rPr lang="en-CA" dirty="0"/>
              <a:t>of current designs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12A951E-B5C5-D223-281E-057D1071DDE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C604F7-3DAE-490C-95BF-805F15C1526E}" type="slidenum">
              <a:rPr lang="fr-CA" smtClean="0"/>
              <a:t>35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399591106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Modifier le style des sous-titres du masque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20CB9-9EAB-4A4D-9E9D-465D426E018C}" type="datetimeFigureOut">
              <a:rPr lang="fr-CA" smtClean="0"/>
              <a:t>2026-07-22</a:t>
            </a:fld>
            <a:endParaRPr lang="fr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E47762-B281-4B95-A441-4986E71E9B57}" type="slidenum">
              <a:rPr lang="fr-CA" smtClean="0"/>
              <a:t>‹#›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53656632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20CB9-9EAB-4A4D-9E9D-465D426E018C}" type="datetimeFigureOut">
              <a:rPr lang="fr-CA" smtClean="0"/>
              <a:t>2026-07-22</a:t>
            </a:fld>
            <a:endParaRPr lang="fr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E47762-B281-4B95-A441-4986E71E9B57}" type="slidenum">
              <a:rPr lang="fr-CA" smtClean="0"/>
              <a:t>‹#›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357886761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20CB9-9EAB-4A4D-9E9D-465D426E018C}" type="datetimeFigureOut">
              <a:rPr lang="fr-CA" smtClean="0"/>
              <a:t>2026-07-22</a:t>
            </a:fld>
            <a:endParaRPr lang="fr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E47762-B281-4B95-A441-4986E71E9B57}" type="slidenum">
              <a:rPr lang="fr-CA" smtClean="0"/>
              <a:t>‹#›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196575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20CB9-9EAB-4A4D-9E9D-465D426E018C}" type="datetimeFigureOut">
              <a:rPr lang="fr-CA" smtClean="0"/>
              <a:t>2026-07-22</a:t>
            </a:fld>
            <a:endParaRPr lang="fr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E47762-B281-4B95-A441-4986E71E9B57}" type="slidenum">
              <a:rPr lang="fr-CA" smtClean="0"/>
              <a:t>‹#›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30338144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20CB9-9EAB-4A4D-9E9D-465D426E018C}" type="datetimeFigureOut">
              <a:rPr lang="fr-CA" smtClean="0"/>
              <a:t>2026-07-22</a:t>
            </a:fld>
            <a:endParaRPr lang="fr-CA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E47762-B281-4B95-A441-4986E71E9B57}" type="slidenum">
              <a:rPr lang="fr-CA" smtClean="0"/>
              <a:t>‹#›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38309579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20CB9-9EAB-4A4D-9E9D-465D426E018C}" type="datetimeFigureOut">
              <a:rPr lang="fr-CA" smtClean="0"/>
              <a:t>2026-07-22</a:t>
            </a:fld>
            <a:endParaRPr lang="fr-CA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E47762-B281-4B95-A441-4986E71E9B57}" type="slidenum">
              <a:rPr lang="fr-CA" smtClean="0"/>
              <a:t>‹#›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32140845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20CB9-9EAB-4A4D-9E9D-465D426E018C}" type="datetimeFigureOut">
              <a:rPr lang="fr-CA" smtClean="0"/>
              <a:t>2026-07-22</a:t>
            </a:fld>
            <a:endParaRPr lang="fr-CA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E47762-B281-4B95-A441-4986E71E9B57}" type="slidenum">
              <a:rPr lang="fr-CA" smtClean="0"/>
              <a:t>‹#›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30182307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20CB9-9EAB-4A4D-9E9D-465D426E018C}" type="datetimeFigureOut">
              <a:rPr lang="fr-CA" smtClean="0"/>
              <a:t>2026-07-22</a:t>
            </a:fld>
            <a:endParaRPr lang="fr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E47762-B281-4B95-A441-4986E71E9B57}" type="slidenum">
              <a:rPr lang="fr-CA" smtClean="0"/>
              <a:t>‹#›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33196941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r-FR"/>
              <a:t>Cliquez sur l'icône pour ajouter une image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20CB9-9EAB-4A4D-9E9D-465D426E018C}" type="datetimeFigureOut">
              <a:rPr lang="fr-CA" smtClean="0"/>
              <a:t>2026-07-22</a:t>
            </a:fld>
            <a:endParaRPr lang="fr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E47762-B281-4B95-A441-4986E71E9B57}" type="slidenum">
              <a:rPr lang="fr-CA" smtClean="0"/>
              <a:t>‹#›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6670306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20CB9-9EAB-4A4D-9E9D-465D426E018C}" type="datetimeFigureOut">
              <a:rPr lang="fr-CA" smtClean="0"/>
              <a:t>2026-07-22</a:t>
            </a:fld>
            <a:endParaRPr lang="fr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E47762-B281-4B95-A441-4986E71E9B57}" type="slidenum">
              <a:rPr lang="fr-CA" smtClean="0"/>
              <a:t>‹#›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6115947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20CB9-9EAB-4A4D-9E9D-465D426E018C}" type="datetimeFigureOut">
              <a:rPr lang="fr-CA" smtClean="0"/>
              <a:t>2026-07-22</a:t>
            </a:fld>
            <a:endParaRPr lang="fr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E47762-B281-4B95-A441-4986E71E9B57}" type="slidenum">
              <a:rPr lang="fr-CA" smtClean="0"/>
              <a:t>‹#›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4814197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dirty="0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dirty="0"/>
              <a:t>Modifier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fld id="{63A20CB9-9EAB-4A4D-9E9D-465D426E018C}" type="datetimeFigureOut">
              <a:rPr lang="fr-CA" smtClean="0"/>
              <a:pPr/>
              <a:t>2026-07-22</a:t>
            </a:fld>
            <a:endParaRPr lang="fr-CA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endParaRPr lang="fr-CA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fld id="{5EE47762-B281-4B95-A441-4986E71E9B57}" type="slidenum">
              <a:rPr lang="fr-CA" smtClean="0"/>
              <a:pPr/>
              <a:t>‹#›</a:t>
            </a:fld>
            <a:endParaRPr lang="fr-CA" dirty="0"/>
          </a:p>
        </p:txBody>
      </p:sp>
    </p:spTree>
    <p:extLst>
      <p:ext uri="{BB962C8B-B14F-4D97-AF65-F5344CB8AC3E}">
        <p14:creationId xmlns:p14="http://schemas.microsoft.com/office/powerpoint/2010/main" val="3720193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Times New Roman" panose="02020603050405020304" pitchFamily="18" charset="0"/>
          <a:ea typeface="+mj-ea"/>
          <a:cs typeface="Times New Roman" panose="02020603050405020304" pitchFamily="18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customXml" Target="../ink/ink1.xml"/><Relationship Id="rId4" Type="http://schemas.openxmlformats.org/officeDocument/2006/relationships/image" Target="../media/image4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customXml" Target="../ink/ink2.xml"/><Relationship Id="rId4" Type="http://schemas.openxmlformats.org/officeDocument/2006/relationships/image" Target="../media/image4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0.png"/><Relationship Id="rId5" Type="http://schemas.openxmlformats.org/officeDocument/2006/relationships/customXml" Target="../ink/ink3.xml"/><Relationship Id="rId4" Type="http://schemas.openxmlformats.org/officeDocument/2006/relationships/image" Target="../media/image4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customXml" Target="../ink/ink4.xml"/><Relationship Id="rId4" Type="http://schemas.openxmlformats.org/officeDocument/2006/relationships/image" Target="../media/image4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customXml" Target="../ink/ink5.xml"/><Relationship Id="rId4" Type="http://schemas.openxmlformats.org/officeDocument/2006/relationships/image" Target="../media/image4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0.png"/><Relationship Id="rId5" Type="http://schemas.openxmlformats.org/officeDocument/2006/relationships/customXml" Target="../ink/ink6.xml"/><Relationship Id="rId4" Type="http://schemas.openxmlformats.org/officeDocument/2006/relationships/image" Target="../media/image4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customXml" Target="../ink/ink7.xml"/><Relationship Id="rId4" Type="http://schemas.openxmlformats.org/officeDocument/2006/relationships/image" Target="../media/image4.jpe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chart" Target="../charts/chart1.xml"/><Relationship Id="rId3" Type="http://schemas.openxmlformats.org/officeDocument/2006/relationships/image" Target="../media/image3.jpe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customXml" Target="../ink/ink8.xml"/><Relationship Id="rId4" Type="http://schemas.openxmlformats.org/officeDocument/2006/relationships/image" Target="../media/image4.jpe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chart" Target="../charts/chart2.xml"/><Relationship Id="rId3" Type="http://schemas.openxmlformats.org/officeDocument/2006/relationships/image" Target="../media/image3.jpe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0.png"/><Relationship Id="rId5" Type="http://schemas.openxmlformats.org/officeDocument/2006/relationships/customXml" Target="../ink/ink9.xml"/><Relationship Id="rId4" Type="http://schemas.openxmlformats.org/officeDocument/2006/relationships/image" Target="../media/image4.jpe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chart" Target="../charts/chart3.xml"/><Relationship Id="rId3" Type="http://schemas.openxmlformats.org/officeDocument/2006/relationships/image" Target="../media/image3.jpe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0.png"/><Relationship Id="rId5" Type="http://schemas.openxmlformats.org/officeDocument/2006/relationships/customXml" Target="../ink/ink10.xml"/><Relationship Id="rId4" Type="http://schemas.openxmlformats.org/officeDocument/2006/relationships/image" Target="../media/image4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emf"/><Relationship Id="rId5" Type="http://schemas.openxmlformats.org/officeDocument/2006/relationships/customXml" Target="../ink/ink11.xml"/><Relationship Id="rId4" Type="http://schemas.openxmlformats.org/officeDocument/2006/relationships/image" Target="../media/image4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0.png"/><Relationship Id="rId5" Type="http://schemas.openxmlformats.org/officeDocument/2006/relationships/customXml" Target="../ink/ink12.xml"/><Relationship Id="rId4" Type="http://schemas.openxmlformats.org/officeDocument/2006/relationships/image" Target="../media/image4.jpe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0.png"/><Relationship Id="rId5" Type="http://schemas.openxmlformats.org/officeDocument/2006/relationships/customXml" Target="../ink/ink13.xml"/><Relationship Id="rId4" Type="http://schemas.openxmlformats.org/officeDocument/2006/relationships/image" Target="../media/image4.jpe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0.png"/><Relationship Id="rId5" Type="http://schemas.openxmlformats.org/officeDocument/2006/relationships/customXml" Target="../ink/ink14.xml"/><Relationship Id="rId4" Type="http://schemas.openxmlformats.org/officeDocument/2006/relationships/image" Target="../media/image4.jpe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0.png"/><Relationship Id="rId5" Type="http://schemas.openxmlformats.org/officeDocument/2006/relationships/customXml" Target="../ink/ink15.xml"/><Relationship Id="rId4" Type="http://schemas.openxmlformats.org/officeDocument/2006/relationships/image" Target="../media/image4.jpe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0.PNG"/><Relationship Id="rId5" Type="http://schemas.openxmlformats.org/officeDocument/2006/relationships/customXml" Target="../ink/ink16.xml"/><Relationship Id="rId4" Type="http://schemas.openxmlformats.org/officeDocument/2006/relationships/image" Target="../media/image4.jpe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0.PNG"/><Relationship Id="rId5" Type="http://schemas.openxmlformats.org/officeDocument/2006/relationships/customXml" Target="../ink/ink17.xml"/><Relationship Id="rId4" Type="http://schemas.openxmlformats.org/officeDocument/2006/relationships/image" Target="../media/image4.jpe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5" Type="http://schemas.openxmlformats.org/officeDocument/2006/relationships/customXml" Target="../ink/ink18.xml"/><Relationship Id="rId4" Type="http://schemas.openxmlformats.org/officeDocument/2006/relationships/image" Target="../media/image4.jpe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5" Type="http://schemas.openxmlformats.org/officeDocument/2006/relationships/customXml" Target="../ink/ink19.xml"/><Relationship Id="rId4" Type="http://schemas.openxmlformats.org/officeDocument/2006/relationships/image" Target="../media/image4.jpe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3.jpeg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0.png"/><Relationship Id="rId5" Type="http://schemas.openxmlformats.org/officeDocument/2006/relationships/customXml" Target="../ink/ink20.xml"/><Relationship Id="rId10" Type="http://schemas.openxmlformats.org/officeDocument/2006/relationships/image" Target="../media/image24.png"/><Relationship Id="rId4" Type="http://schemas.openxmlformats.org/officeDocument/2006/relationships/image" Target="../media/image4.jpeg"/><Relationship Id="rId9" Type="http://schemas.openxmlformats.org/officeDocument/2006/relationships/image" Target="../media/image23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0.png"/><Relationship Id="rId5" Type="http://schemas.openxmlformats.org/officeDocument/2006/relationships/customXml" Target="../ink/ink21.xml"/><Relationship Id="rId4" Type="http://schemas.openxmlformats.org/officeDocument/2006/relationships/image" Target="../media/image4.jpe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40.png"/><Relationship Id="rId5" Type="http://schemas.openxmlformats.org/officeDocument/2006/relationships/customXml" Target="../ink/ink22.xml"/><Relationship Id="rId4" Type="http://schemas.openxmlformats.org/officeDocument/2006/relationships/image" Target="../media/image4.jpe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chart" Target="../charts/chart4.xml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5.png"/><Relationship Id="rId5" Type="http://schemas.openxmlformats.org/officeDocument/2006/relationships/customXml" Target="../ink/ink23.xml"/><Relationship Id="rId4" Type="http://schemas.openxmlformats.org/officeDocument/2006/relationships/image" Target="../media/image4.jpe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chart" Target="../charts/chart5.xml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40.png"/><Relationship Id="rId5" Type="http://schemas.openxmlformats.org/officeDocument/2006/relationships/customXml" Target="../ink/ink24.xml"/><Relationship Id="rId4" Type="http://schemas.openxmlformats.org/officeDocument/2006/relationships/image" Target="../media/image4.jpeg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image" Target="../media/image3.jpeg"/><Relationship Id="rId7" Type="http://schemas.openxmlformats.org/officeDocument/2006/relationships/image" Target="../media/image26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50.png"/><Relationship Id="rId5" Type="http://schemas.openxmlformats.org/officeDocument/2006/relationships/customXml" Target="../ink/ink25.xml"/><Relationship Id="rId4" Type="http://schemas.openxmlformats.org/officeDocument/2006/relationships/image" Target="../media/image4.jpe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image" Target="../media/image28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5.png"/><Relationship Id="rId5" Type="http://schemas.openxmlformats.org/officeDocument/2006/relationships/customXml" Target="../ink/ink26.xml"/><Relationship Id="rId4" Type="http://schemas.openxmlformats.org/officeDocument/2006/relationships/image" Target="../media/image4.jpe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image" Target="../media/image29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5.png"/><Relationship Id="rId5" Type="http://schemas.openxmlformats.org/officeDocument/2006/relationships/customXml" Target="../ink/ink27.xml"/><Relationship Id="rId4" Type="http://schemas.openxmlformats.org/officeDocument/2006/relationships/image" Target="../media/image4.jpe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image" Target="../media/image30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5.png"/><Relationship Id="rId5" Type="http://schemas.openxmlformats.org/officeDocument/2006/relationships/customXml" Target="../ink/ink28.xml"/><Relationship Id="rId4" Type="http://schemas.openxmlformats.org/officeDocument/2006/relationships/image" Target="../media/image4.jpe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image" Target="../media/image31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5.png"/><Relationship Id="rId5" Type="http://schemas.openxmlformats.org/officeDocument/2006/relationships/customXml" Target="../ink/ink29.xml"/><Relationship Id="rId4" Type="http://schemas.openxmlformats.org/officeDocument/2006/relationships/image" Target="../media/image4.jpe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image" Target="../media/image32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5.png"/><Relationship Id="rId5" Type="http://schemas.openxmlformats.org/officeDocument/2006/relationships/customXml" Target="../ink/ink30.xml"/><Relationship Id="rId4" Type="http://schemas.openxmlformats.org/officeDocument/2006/relationships/image" Target="../media/image4.jpe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image" Target="../media/image33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5.png"/><Relationship Id="rId5" Type="http://schemas.openxmlformats.org/officeDocument/2006/relationships/customXml" Target="../ink/ink31.xml"/><Relationship Id="rId4" Type="http://schemas.openxmlformats.org/officeDocument/2006/relationships/image" Target="../media/image4.jpe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image" Target="../media/image34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5.png"/><Relationship Id="rId5" Type="http://schemas.openxmlformats.org/officeDocument/2006/relationships/customXml" Target="../ink/ink32.xml"/><Relationship Id="rId4" Type="http://schemas.openxmlformats.org/officeDocument/2006/relationships/image" Target="../media/image4.jpeg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png"/><Relationship Id="rId3" Type="http://schemas.openxmlformats.org/officeDocument/2006/relationships/image" Target="../media/image3.jpeg"/><Relationship Id="rId7" Type="http://schemas.openxmlformats.org/officeDocument/2006/relationships/image" Target="../media/image35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5.png"/><Relationship Id="rId5" Type="http://schemas.openxmlformats.org/officeDocument/2006/relationships/customXml" Target="../ink/ink33.xml"/><Relationship Id="rId4" Type="http://schemas.openxmlformats.org/officeDocument/2006/relationships/image" Target="../media/image4.jpe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chart" Target="../charts/chart6.xml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5" Type="http://schemas.openxmlformats.org/officeDocument/2006/relationships/customXml" Target="../ink/ink34.xml"/><Relationship Id="rId4" Type="http://schemas.openxmlformats.org/officeDocument/2006/relationships/image" Target="../media/image4.jpe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9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5040"/>
          <a:stretch/>
        </p:blipFill>
        <p:spPr bwMode="auto">
          <a:xfrm>
            <a:off x="0" y="273443"/>
            <a:ext cx="12192000" cy="58279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566305" y="716563"/>
            <a:ext cx="9059389" cy="927100"/>
          </a:xfrm>
        </p:spPr>
        <p:txBody>
          <a:bodyPr vert="horz" lIns="0" tIns="0" rIns="0" bIns="0" rtlCol="0" anchor="ctr" anchorCtr="0">
            <a:normAutofit fontScale="90000"/>
          </a:bodyPr>
          <a:lstStyle>
            <a:lvl1pPr algn="r">
              <a:defRPr/>
            </a:lvl1pPr>
          </a:lstStyle>
          <a:p>
            <a:pPr algn="ctr" eaLnBrk="0" fontAlgn="base" hangingPunct="0">
              <a:spcAft>
                <a:spcPct val="0"/>
              </a:spcAft>
            </a:pPr>
            <a:r>
              <a:rPr lang="en-US" sz="3200" b="1" noProof="0" dirty="0">
                <a:solidFill>
                  <a:srgbClr val="CC0000"/>
                </a:solidFill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BEHAVIOUR AND DESIGN OF WELDED STEEL AND ALUMINIUM I-BEAMS AND BEAM-COLUMNS</a:t>
            </a:r>
          </a:p>
        </p:txBody>
      </p:sp>
      <p:sp>
        <p:nvSpPr>
          <p:cNvPr id="9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8130358" y="2291380"/>
            <a:ext cx="4061642" cy="3205779"/>
          </a:xfrm>
        </p:spPr>
        <p:txBody>
          <a:bodyPr anchor="ctr" anchorCtr="0">
            <a:noAutofit/>
          </a:bodyPr>
          <a:lstStyle>
            <a:lvl1pPr marL="0" indent="0">
              <a:lnSpc>
                <a:spcPts val="2100"/>
              </a:lnSpc>
              <a:spcBef>
                <a:spcPct val="0"/>
              </a:spcBef>
              <a:buFont typeface="Times" pitchFamily="32" charset="0"/>
              <a:buNone/>
              <a:tabLst>
                <a:tab pos="388938" algn="l"/>
              </a:tabLst>
              <a:defRPr sz="1700">
                <a:solidFill>
                  <a:schemeClr val="bg1"/>
                </a:solidFill>
              </a:defRPr>
            </a:lvl1pPr>
          </a:lstStyle>
          <a:p>
            <a:pPr lvl="0">
              <a:lnSpc>
                <a:spcPct val="100000"/>
              </a:lnSpc>
            </a:pPr>
            <a:r>
              <a:rPr lang="en-US" sz="2800" noProof="0" dirty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Kokou ATTIOGBE</a:t>
            </a:r>
          </a:p>
          <a:p>
            <a:pPr lvl="0">
              <a:lnSpc>
                <a:spcPct val="100000"/>
              </a:lnSpc>
            </a:pPr>
            <a:endParaRPr lang="en-US" sz="1800" noProof="0" dirty="0">
              <a:latin typeface="Times New Roman" panose="02020603050405020304" pitchFamily="18" charset="0"/>
              <a:ea typeface="Verdana" panose="020B0604030504040204" pitchFamily="34" charset="0"/>
              <a:cs typeface="Times New Roman" panose="02020603050405020304" pitchFamily="18" charset="0"/>
            </a:endParaRPr>
          </a:p>
          <a:p>
            <a:pPr lvl="0">
              <a:lnSpc>
                <a:spcPct val="100000"/>
              </a:lnSpc>
            </a:pPr>
            <a:r>
              <a:rPr lang="en-US" sz="2000" noProof="0" dirty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Département de Génie Civil – Université Laval</a:t>
            </a:r>
          </a:p>
          <a:p>
            <a:pPr lvl="0">
              <a:lnSpc>
                <a:spcPct val="100000"/>
              </a:lnSpc>
            </a:pPr>
            <a:r>
              <a:rPr lang="en-US" sz="2000" noProof="0" dirty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Québec, Canada</a:t>
            </a:r>
          </a:p>
          <a:p>
            <a:pPr lvl="0">
              <a:lnSpc>
                <a:spcPct val="100000"/>
              </a:lnSpc>
            </a:pPr>
            <a:endParaRPr lang="en-US" sz="1800" noProof="0" dirty="0">
              <a:latin typeface="Times New Roman" panose="02020603050405020304" pitchFamily="18" charset="0"/>
              <a:ea typeface="Verdana" panose="020B0604030504040204" pitchFamily="34" charset="0"/>
              <a:cs typeface="Times New Roman" panose="02020603050405020304" pitchFamily="18" charset="0"/>
            </a:endParaRPr>
          </a:p>
          <a:p>
            <a:pPr lvl="0">
              <a:lnSpc>
                <a:spcPct val="100000"/>
              </a:lnSpc>
            </a:pPr>
            <a:r>
              <a:rPr lang="en-US" sz="1800" noProof="0" dirty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kokou.attiogbe.1@ulaval.ca </a:t>
            </a:r>
          </a:p>
        </p:txBody>
      </p:sp>
      <p:pic>
        <p:nvPicPr>
          <p:cNvPr id="2" name="Image 1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30358" y="6037245"/>
            <a:ext cx="1316755" cy="5473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06856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527"/>
    </mc:Choice>
    <mc:Fallback xmlns="">
      <p:transition spd="slow" advTm="2527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404548-93D6-6E6F-D69F-6AAEA574CD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7">
            <a:extLst>
              <a:ext uri="{FF2B5EF4-FFF2-40B4-BE49-F238E27FC236}">
                <a16:creationId xmlns:a16="http://schemas.microsoft.com/office/drawing/2014/main" id="{CE415803-542D-01C5-B471-5003AC5F37F3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470" b="15347"/>
          <a:stretch>
            <a:fillRect/>
          </a:stretch>
        </p:blipFill>
        <p:spPr bwMode="auto">
          <a:xfrm>
            <a:off x="0" y="919959"/>
            <a:ext cx="12192000" cy="53887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Rectangle 2">
            <a:extLst>
              <a:ext uri="{FF2B5EF4-FFF2-40B4-BE49-F238E27FC236}">
                <a16:creationId xmlns:a16="http://schemas.microsoft.com/office/drawing/2014/main" id="{1EAEBA54-6421-041E-840B-E51611ED6C0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9320" y="221898"/>
            <a:ext cx="11699914" cy="4801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2800" b="1" noProof="0" dirty="0">
                <a:solidFill>
                  <a:srgbClr val="CC0000"/>
                </a:solidFill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1. Design </a:t>
            </a:r>
            <a:r>
              <a:rPr lang="en-US" sz="2800" b="1" noProof="0" dirty="0" err="1">
                <a:solidFill>
                  <a:srgbClr val="CC0000"/>
                </a:solidFill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aluminium</a:t>
            </a:r>
            <a:r>
              <a:rPr lang="en-US" sz="2800" b="1" noProof="0" dirty="0">
                <a:solidFill>
                  <a:srgbClr val="CC0000"/>
                </a:solidFill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 I-beam</a:t>
            </a:r>
          </a:p>
        </p:txBody>
      </p:sp>
      <p:sp>
        <p:nvSpPr>
          <p:cNvPr id="12" name="Rectangle 6">
            <a:extLst>
              <a:ext uri="{FF2B5EF4-FFF2-40B4-BE49-F238E27FC236}">
                <a16:creationId xmlns:a16="http://schemas.microsoft.com/office/drawing/2014/main" id="{FB0DF0B7-2587-2346-E167-D7AFF294A94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11154558" y="6396932"/>
            <a:ext cx="881754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>
            <a:lvl1pPr algn="r">
              <a:defRPr sz="1200" smtClean="0">
                <a:latin typeface="Verdana" panose="020B0604030504040204" pitchFamily="34" charset="0"/>
              </a:defRPr>
            </a:lvl1pPr>
          </a:lstStyle>
          <a:p>
            <a:pPr>
              <a:defRPr/>
            </a:pPr>
            <a:r>
              <a:rPr lang="en-US" sz="1400" noProof="0" dirty="0">
                <a:solidFill>
                  <a:schemeClr val="bg2">
                    <a:lumMod val="9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</p:txBody>
      </p:sp>
      <p:cxnSp>
        <p:nvCxnSpPr>
          <p:cNvPr id="15" name="Straight Connector 4">
            <a:extLst>
              <a:ext uri="{FF2B5EF4-FFF2-40B4-BE49-F238E27FC236}">
                <a16:creationId xmlns:a16="http://schemas.microsoft.com/office/drawing/2014/main" id="{0D8092C8-89BE-C4D4-124B-4BE18DBC0A1A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0" y="919959"/>
            <a:ext cx="12192000" cy="0"/>
          </a:xfrm>
          <a:prstGeom prst="line">
            <a:avLst/>
          </a:prstGeom>
          <a:noFill/>
          <a:ln w="15875" algn="ctr">
            <a:solidFill>
              <a:srgbClr val="CC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3" name="Text Box 8">
            <a:extLst>
              <a:ext uri="{FF2B5EF4-FFF2-40B4-BE49-F238E27FC236}">
                <a16:creationId xmlns:a16="http://schemas.microsoft.com/office/drawing/2014/main" id="{0CEF4049-C9B7-F79C-9C24-2934227042B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89817" y="6453188"/>
            <a:ext cx="1257300" cy="184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ctr" anchorCtr="0">
            <a:spAutoFit/>
          </a:bodyPr>
          <a:lstStyle>
            <a:lvl1pPr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en-US" sz="1200" noProof="0" dirty="0">
                <a:latin typeface="Verdana" panose="020B0604030504040204" pitchFamily="34" charset="0"/>
              </a:rPr>
              <a:t>www.ulaval.ca</a:t>
            </a:r>
          </a:p>
        </p:txBody>
      </p:sp>
      <p:pic>
        <p:nvPicPr>
          <p:cNvPr id="14" name="Picture 2">
            <a:extLst>
              <a:ext uri="{FF2B5EF4-FFF2-40B4-BE49-F238E27FC236}">
                <a16:creationId xmlns:a16="http://schemas.microsoft.com/office/drawing/2014/main" id="{8075EFB8-3FB3-3780-4A65-858DBA8EA1E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7392" y="6240463"/>
            <a:ext cx="1449388" cy="6016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Espace réservé du pied de page 2">
            <a:extLst>
              <a:ext uri="{FF2B5EF4-FFF2-40B4-BE49-F238E27FC236}">
                <a16:creationId xmlns:a16="http://schemas.microsoft.com/office/drawing/2014/main" id="{6B7C8527-C372-8228-881B-801535B6AA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503364" y="6385024"/>
            <a:ext cx="8086381" cy="307777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algn="just"/>
            <a:r>
              <a:rPr lang="en-US" sz="1400" noProof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Aluminum I-Beams - FRQNT, Mar 26, 2025 – </a:t>
            </a:r>
            <a:r>
              <a:rPr lang="en-US" sz="1400" noProof="0" dirty="0">
                <a:solidFill>
                  <a:schemeClr val="tx1"/>
                </a:solidFill>
              </a:rPr>
              <a:t>Kokou ATTIOGBE</a:t>
            </a:r>
            <a:endParaRPr lang="en-US" sz="1400" noProof="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0CCA80E6-A41F-3674-B07B-91ED04A97BD8}"/>
                  </a:ext>
                </a:extLst>
              </p14:cNvPr>
              <p14:cNvContentPartPr/>
              <p14:nvPr/>
            </p14:nvContentPartPr>
            <p14:xfrm>
              <a:off x="258990" y="2219115"/>
              <a:ext cx="7920" cy="432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0CCA80E6-A41F-3674-B07B-91ED04A97BD8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252870" y="2212995"/>
                <a:ext cx="20160" cy="16560"/>
              </a:xfrm>
              <a:prstGeom prst="rect">
                <a:avLst/>
              </a:prstGeom>
            </p:spPr>
          </p:pic>
        </mc:Fallback>
      </mc:AlternateContent>
      <p:sp>
        <p:nvSpPr>
          <p:cNvPr id="6" name="TextBox 5">
            <a:extLst>
              <a:ext uri="{FF2B5EF4-FFF2-40B4-BE49-F238E27FC236}">
                <a16:creationId xmlns:a16="http://schemas.microsoft.com/office/drawing/2014/main" id="{344F93D2-D00E-06C2-2DD0-A6A093D1AA29}"/>
              </a:ext>
            </a:extLst>
          </p:cNvPr>
          <p:cNvSpPr txBox="1"/>
          <p:nvPr/>
        </p:nvSpPr>
        <p:spPr>
          <a:xfrm>
            <a:off x="1471871" y="1064422"/>
            <a:ext cx="813127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noProof="0" dirty="0">
                <a:solidFill>
                  <a:srgbClr val="CC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Numerical model</a:t>
            </a:r>
            <a:br>
              <a:rPr lang="en-US" noProof="0" dirty="0">
                <a:solidFill>
                  <a:srgbClr val="CC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need to modify the function *</a:t>
            </a:r>
            <a:r>
              <a:rPr lang="en-US" noProof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test_all</a:t>
            </a:r>
            <a:r>
              <a:rPr lang="en-US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According to the number of node</a:t>
            </a:r>
          </a:p>
        </p:txBody>
      </p:sp>
    </p:spTree>
    <p:extLst>
      <p:ext uri="{BB962C8B-B14F-4D97-AF65-F5344CB8AC3E}">
        <p14:creationId xmlns:p14="http://schemas.microsoft.com/office/powerpoint/2010/main" val="37963495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F10304-C58E-F512-19A8-6AB18AFB53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7">
            <a:extLst>
              <a:ext uri="{FF2B5EF4-FFF2-40B4-BE49-F238E27FC236}">
                <a16:creationId xmlns:a16="http://schemas.microsoft.com/office/drawing/2014/main" id="{56259DA3-C4B6-41BE-EB27-82072D04FA1E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470" b="15347"/>
          <a:stretch>
            <a:fillRect/>
          </a:stretch>
        </p:blipFill>
        <p:spPr bwMode="auto">
          <a:xfrm>
            <a:off x="0" y="919959"/>
            <a:ext cx="12192000" cy="53887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Rectangle 2">
            <a:extLst>
              <a:ext uri="{FF2B5EF4-FFF2-40B4-BE49-F238E27FC236}">
                <a16:creationId xmlns:a16="http://schemas.microsoft.com/office/drawing/2014/main" id="{AE301E77-AEBB-F0B9-F989-1ECF8C957EE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9320" y="221898"/>
            <a:ext cx="11699914" cy="4801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2800" b="1" noProof="0" dirty="0">
                <a:solidFill>
                  <a:srgbClr val="CC0000"/>
                </a:solidFill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1. Design steel beam-column</a:t>
            </a:r>
          </a:p>
        </p:txBody>
      </p:sp>
      <p:sp>
        <p:nvSpPr>
          <p:cNvPr id="12" name="Rectangle 6">
            <a:extLst>
              <a:ext uri="{FF2B5EF4-FFF2-40B4-BE49-F238E27FC236}">
                <a16:creationId xmlns:a16="http://schemas.microsoft.com/office/drawing/2014/main" id="{63B4F66B-4D3B-674E-C882-ABDAEF851FC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11154558" y="6396932"/>
            <a:ext cx="881754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>
            <a:lvl1pPr algn="r">
              <a:defRPr sz="1200" smtClean="0">
                <a:latin typeface="Verdana" panose="020B0604030504040204" pitchFamily="34" charset="0"/>
              </a:defRPr>
            </a:lvl1pPr>
          </a:lstStyle>
          <a:p>
            <a:pPr>
              <a:defRPr/>
            </a:pPr>
            <a:r>
              <a:rPr lang="en-US" sz="1400" noProof="0" dirty="0">
                <a:solidFill>
                  <a:schemeClr val="bg2">
                    <a:lumMod val="9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</p:txBody>
      </p:sp>
      <p:cxnSp>
        <p:nvCxnSpPr>
          <p:cNvPr id="15" name="Straight Connector 4">
            <a:extLst>
              <a:ext uri="{FF2B5EF4-FFF2-40B4-BE49-F238E27FC236}">
                <a16:creationId xmlns:a16="http://schemas.microsoft.com/office/drawing/2014/main" id="{D72F3240-5BFE-23FB-825D-7F2C43D4212F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0" y="919959"/>
            <a:ext cx="12192000" cy="0"/>
          </a:xfrm>
          <a:prstGeom prst="line">
            <a:avLst/>
          </a:prstGeom>
          <a:noFill/>
          <a:ln w="15875" algn="ctr">
            <a:solidFill>
              <a:srgbClr val="CC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3" name="Text Box 8">
            <a:extLst>
              <a:ext uri="{FF2B5EF4-FFF2-40B4-BE49-F238E27FC236}">
                <a16:creationId xmlns:a16="http://schemas.microsoft.com/office/drawing/2014/main" id="{E123C60A-A3E0-98A1-20CA-A839C26D0C4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89817" y="6453188"/>
            <a:ext cx="1257300" cy="184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ctr" anchorCtr="0">
            <a:spAutoFit/>
          </a:bodyPr>
          <a:lstStyle>
            <a:lvl1pPr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en-US" sz="1200" noProof="0" dirty="0">
                <a:latin typeface="Verdana" panose="020B0604030504040204" pitchFamily="34" charset="0"/>
              </a:rPr>
              <a:t>www.ulaval.ca</a:t>
            </a:r>
          </a:p>
        </p:txBody>
      </p:sp>
      <p:pic>
        <p:nvPicPr>
          <p:cNvPr id="14" name="Picture 2">
            <a:extLst>
              <a:ext uri="{FF2B5EF4-FFF2-40B4-BE49-F238E27FC236}">
                <a16:creationId xmlns:a16="http://schemas.microsoft.com/office/drawing/2014/main" id="{4535EB4E-33A3-440C-BF3D-A788281F322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7392" y="6240463"/>
            <a:ext cx="1449388" cy="6016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Espace réservé du pied de page 2">
            <a:extLst>
              <a:ext uri="{FF2B5EF4-FFF2-40B4-BE49-F238E27FC236}">
                <a16:creationId xmlns:a16="http://schemas.microsoft.com/office/drawing/2014/main" id="{417B4777-BB3E-B99E-0C8A-D7BC473570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503364" y="6385024"/>
            <a:ext cx="8086381" cy="307777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algn="just"/>
            <a:r>
              <a:rPr lang="en-US" sz="1400" noProof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Aluminum I-Beams - FRQNT, Mar 26, 2025 – Kokou ATTIOGBE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D561F61E-0B94-BD04-BB9F-8757FE3017C3}"/>
                  </a:ext>
                </a:extLst>
              </p14:cNvPr>
              <p14:cNvContentPartPr/>
              <p14:nvPr/>
            </p14:nvContentPartPr>
            <p14:xfrm>
              <a:off x="258990" y="2219115"/>
              <a:ext cx="7920" cy="432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D561F61E-0B94-BD04-BB9F-8757FE3017C3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252870" y="2212995"/>
                <a:ext cx="20160" cy="16560"/>
              </a:xfrm>
              <a:prstGeom prst="rect">
                <a:avLst/>
              </a:prstGeom>
            </p:spPr>
          </p:pic>
        </mc:Fallback>
      </mc:AlternateContent>
      <p:sp>
        <p:nvSpPr>
          <p:cNvPr id="6" name="TextBox 5">
            <a:extLst>
              <a:ext uri="{FF2B5EF4-FFF2-40B4-BE49-F238E27FC236}">
                <a16:creationId xmlns:a16="http://schemas.microsoft.com/office/drawing/2014/main" id="{D7F60FB0-F298-B6C5-C291-336E20F8F0A6}"/>
              </a:ext>
            </a:extLst>
          </p:cNvPr>
          <p:cNvSpPr txBox="1"/>
          <p:nvPr/>
        </p:nvSpPr>
        <p:spPr>
          <a:xfrm>
            <a:off x="1471871" y="1064422"/>
            <a:ext cx="22413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noProof="0" dirty="0">
                <a:solidFill>
                  <a:srgbClr val="CC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Experimental data: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A67E289-C47E-E3C2-D4AD-0067B4183F60}"/>
              </a:ext>
            </a:extLst>
          </p:cNvPr>
          <p:cNvSpPr txBox="1"/>
          <p:nvPr/>
        </p:nvSpPr>
        <p:spPr>
          <a:xfrm>
            <a:off x="2087525" y="1529919"/>
            <a:ext cx="21191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Total number = 13 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7E78859E-E864-46F4-484B-6551509C0EF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503364" y="2069467"/>
            <a:ext cx="4850403" cy="2889283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C564DF8A-0123-93D3-7854-FB9FF1B79B27}"/>
              </a:ext>
            </a:extLst>
          </p:cNvPr>
          <p:cNvSpPr txBox="1"/>
          <p:nvPr/>
        </p:nvSpPr>
        <p:spPr>
          <a:xfrm>
            <a:off x="2087525" y="2537434"/>
            <a:ext cx="6462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noProof="0" dirty="0"/>
              <a:t>Goal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B97DEC5-D50B-F448-53C9-8708B746E491}"/>
              </a:ext>
            </a:extLst>
          </p:cNvPr>
          <p:cNvSpPr txBox="1"/>
          <p:nvPr/>
        </p:nvSpPr>
        <p:spPr>
          <a:xfrm>
            <a:off x="4483658" y="5079740"/>
            <a:ext cx="205464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noProof="0" dirty="0"/>
              <a:t>PhD </a:t>
            </a:r>
            <a:r>
              <a:rPr lang="en-US" noProof="0" dirty="0" err="1"/>
              <a:t>Joanna_Nseir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0191744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FD2609-88F4-DFC7-C42D-71EEF8765D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7">
            <a:extLst>
              <a:ext uri="{FF2B5EF4-FFF2-40B4-BE49-F238E27FC236}">
                <a16:creationId xmlns:a16="http://schemas.microsoft.com/office/drawing/2014/main" id="{93CBDAB3-A48F-D5A0-CBBB-845EE5863EFD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470" b="15347"/>
          <a:stretch>
            <a:fillRect/>
          </a:stretch>
        </p:blipFill>
        <p:spPr bwMode="auto">
          <a:xfrm>
            <a:off x="0" y="919959"/>
            <a:ext cx="12192000" cy="53887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Rectangle 2">
            <a:extLst>
              <a:ext uri="{FF2B5EF4-FFF2-40B4-BE49-F238E27FC236}">
                <a16:creationId xmlns:a16="http://schemas.microsoft.com/office/drawing/2014/main" id="{1916AB80-23CB-79DC-6E1A-5338D6C37A8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9320" y="221898"/>
            <a:ext cx="11699914" cy="4801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2800" b="1" noProof="0" dirty="0">
                <a:solidFill>
                  <a:srgbClr val="CC0000"/>
                </a:solidFill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1. Design steel beam-column</a:t>
            </a:r>
          </a:p>
        </p:txBody>
      </p:sp>
      <p:sp>
        <p:nvSpPr>
          <p:cNvPr id="12" name="Rectangle 6">
            <a:extLst>
              <a:ext uri="{FF2B5EF4-FFF2-40B4-BE49-F238E27FC236}">
                <a16:creationId xmlns:a16="http://schemas.microsoft.com/office/drawing/2014/main" id="{AF3BDFB4-B945-9C92-C146-063A9E353C2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11154558" y="6396932"/>
            <a:ext cx="881754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>
            <a:lvl1pPr algn="r">
              <a:defRPr sz="1200" smtClean="0">
                <a:latin typeface="Verdana" panose="020B0604030504040204" pitchFamily="34" charset="0"/>
              </a:defRPr>
            </a:lvl1pPr>
          </a:lstStyle>
          <a:p>
            <a:pPr>
              <a:defRPr/>
            </a:pPr>
            <a:r>
              <a:rPr lang="en-US" sz="1400" noProof="0" dirty="0">
                <a:solidFill>
                  <a:schemeClr val="bg2">
                    <a:lumMod val="9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</p:txBody>
      </p:sp>
      <p:cxnSp>
        <p:nvCxnSpPr>
          <p:cNvPr id="15" name="Straight Connector 4">
            <a:extLst>
              <a:ext uri="{FF2B5EF4-FFF2-40B4-BE49-F238E27FC236}">
                <a16:creationId xmlns:a16="http://schemas.microsoft.com/office/drawing/2014/main" id="{6D0358DD-D87C-4045-47CB-DD87A508305A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0" y="919959"/>
            <a:ext cx="12192000" cy="0"/>
          </a:xfrm>
          <a:prstGeom prst="line">
            <a:avLst/>
          </a:prstGeom>
          <a:noFill/>
          <a:ln w="15875" algn="ctr">
            <a:solidFill>
              <a:srgbClr val="CC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3" name="Text Box 8">
            <a:extLst>
              <a:ext uri="{FF2B5EF4-FFF2-40B4-BE49-F238E27FC236}">
                <a16:creationId xmlns:a16="http://schemas.microsoft.com/office/drawing/2014/main" id="{18569FA3-09C3-B567-E5A7-89B9C030491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89817" y="6453188"/>
            <a:ext cx="1257300" cy="184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ctr" anchorCtr="0">
            <a:spAutoFit/>
          </a:bodyPr>
          <a:lstStyle>
            <a:lvl1pPr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en-US" sz="1200" noProof="0" dirty="0">
                <a:latin typeface="Verdana" panose="020B0604030504040204" pitchFamily="34" charset="0"/>
              </a:rPr>
              <a:t>www.ulaval.ca</a:t>
            </a:r>
          </a:p>
        </p:txBody>
      </p:sp>
      <p:pic>
        <p:nvPicPr>
          <p:cNvPr id="14" name="Picture 2">
            <a:extLst>
              <a:ext uri="{FF2B5EF4-FFF2-40B4-BE49-F238E27FC236}">
                <a16:creationId xmlns:a16="http://schemas.microsoft.com/office/drawing/2014/main" id="{2ADFC94C-362F-5D23-106F-0F2A4145F19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7392" y="6240463"/>
            <a:ext cx="1449388" cy="6016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Espace réservé du pied de page 2">
            <a:extLst>
              <a:ext uri="{FF2B5EF4-FFF2-40B4-BE49-F238E27FC236}">
                <a16:creationId xmlns:a16="http://schemas.microsoft.com/office/drawing/2014/main" id="{5BDB5D8F-D0DD-AB57-8E32-7872461BD8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503364" y="6385024"/>
            <a:ext cx="8086381" cy="307777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algn="just"/>
            <a:r>
              <a:rPr lang="en-US" sz="1400" noProof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Aluminum I-Beams - FRQNT, Mar 26, 2025 – </a:t>
            </a:r>
            <a:r>
              <a:rPr lang="en-US" sz="1400" noProof="0" dirty="0">
                <a:solidFill>
                  <a:schemeClr val="tx1"/>
                </a:solidFill>
              </a:rPr>
              <a:t>Kokou ATTIOGBE</a:t>
            </a:r>
            <a:endParaRPr lang="en-US" sz="1400" noProof="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E046EC07-7188-04C4-2224-36AB42A67AD0}"/>
                  </a:ext>
                </a:extLst>
              </p14:cNvPr>
              <p14:cNvContentPartPr/>
              <p14:nvPr/>
            </p14:nvContentPartPr>
            <p14:xfrm>
              <a:off x="258990" y="2219115"/>
              <a:ext cx="7920" cy="432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E046EC07-7188-04C4-2224-36AB42A67AD0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252870" y="2212995"/>
                <a:ext cx="20160" cy="16560"/>
              </a:xfrm>
              <a:prstGeom prst="rect">
                <a:avLst/>
              </a:prstGeom>
            </p:spPr>
          </p:pic>
        </mc:Fallback>
      </mc:AlternateContent>
      <p:sp>
        <p:nvSpPr>
          <p:cNvPr id="6" name="TextBox 5">
            <a:extLst>
              <a:ext uri="{FF2B5EF4-FFF2-40B4-BE49-F238E27FC236}">
                <a16:creationId xmlns:a16="http://schemas.microsoft.com/office/drawing/2014/main" id="{F8677935-4D92-DDAF-3763-E210F9F733FF}"/>
              </a:ext>
            </a:extLst>
          </p:cNvPr>
          <p:cNvSpPr txBox="1"/>
          <p:nvPr/>
        </p:nvSpPr>
        <p:spPr>
          <a:xfrm>
            <a:off x="1471871" y="1064422"/>
            <a:ext cx="101178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noProof="0" dirty="0">
                <a:solidFill>
                  <a:srgbClr val="CC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Experimental data: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D07BA6C9-4E60-A1EF-F146-0856B688FBD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138737" y="995363"/>
            <a:ext cx="1914525" cy="4463536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E8BF9DD6-A8DC-B598-A5F6-A8A0D8852787}"/>
              </a:ext>
            </a:extLst>
          </p:cNvPr>
          <p:cNvSpPr txBox="1"/>
          <p:nvPr/>
        </p:nvSpPr>
        <p:spPr>
          <a:xfrm>
            <a:off x="5352333" y="5418695"/>
            <a:ext cx="160535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noProof="0" dirty="0"/>
              <a:t>PhD Villette</a:t>
            </a:r>
          </a:p>
        </p:txBody>
      </p:sp>
    </p:spTree>
    <p:extLst>
      <p:ext uri="{BB962C8B-B14F-4D97-AF65-F5344CB8AC3E}">
        <p14:creationId xmlns:p14="http://schemas.microsoft.com/office/powerpoint/2010/main" val="5260436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3BC15E-74D2-20A5-E370-856894088B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7">
            <a:extLst>
              <a:ext uri="{FF2B5EF4-FFF2-40B4-BE49-F238E27FC236}">
                <a16:creationId xmlns:a16="http://schemas.microsoft.com/office/drawing/2014/main" id="{D60609E4-6C01-9745-36AE-D0C1CC13301F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470" b="15347"/>
          <a:stretch>
            <a:fillRect/>
          </a:stretch>
        </p:blipFill>
        <p:spPr bwMode="auto">
          <a:xfrm>
            <a:off x="0" y="919959"/>
            <a:ext cx="12192000" cy="53887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Rectangle 2">
            <a:extLst>
              <a:ext uri="{FF2B5EF4-FFF2-40B4-BE49-F238E27FC236}">
                <a16:creationId xmlns:a16="http://schemas.microsoft.com/office/drawing/2014/main" id="{1844B8D8-3B6B-0D02-B754-22F0DAA7C99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9320" y="221898"/>
            <a:ext cx="11699914" cy="4801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2800" b="1" noProof="0" dirty="0">
                <a:solidFill>
                  <a:srgbClr val="CC0000"/>
                </a:solidFill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1. Design steel beam-column</a:t>
            </a:r>
          </a:p>
        </p:txBody>
      </p:sp>
      <p:sp>
        <p:nvSpPr>
          <p:cNvPr id="12" name="Rectangle 6">
            <a:extLst>
              <a:ext uri="{FF2B5EF4-FFF2-40B4-BE49-F238E27FC236}">
                <a16:creationId xmlns:a16="http://schemas.microsoft.com/office/drawing/2014/main" id="{9FFF628D-0B5E-2874-75B4-DFD9F4F6007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11154558" y="6396932"/>
            <a:ext cx="881754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>
            <a:lvl1pPr algn="r">
              <a:defRPr sz="1200" smtClean="0">
                <a:latin typeface="Verdana" panose="020B0604030504040204" pitchFamily="34" charset="0"/>
              </a:defRPr>
            </a:lvl1pPr>
          </a:lstStyle>
          <a:p>
            <a:pPr>
              <a:defRPr/>
            </a:pPr>
            <a:r>
              <a:rPr lang="en-US" sz="1400" noProof="0" dirty="0">
                <a:solidFill>
                  <a:schemeClr val="bg2">
                    <a:lumMod val="9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</p:txBody>
      </p:sp>
      <p:cxnSp>
        <p:nvCxnSpPr>
          <p:cNvPr id="15" name="Straight Connector 4">
            <a:extLst>
              <a:ext uri="{FF2B5EF4-FFF2-40B4-BE49-F238E27FC236}">
                <a16:creationId xmlns:a16="http://schemas.microsoft.com/office/drawing/2014/main" id="{DD12DEEF-486A-93C2-3D56-E982F5424420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0" y="919959"/>
            <a:ext cx="12192000" cy="0"/>
          </a:xfrm>
          <a:prstGeom prst="line">
            <a:avLst/>
          </a:prstGeom>
          <a:noFill/>
          <a:ln w="15875" algn="ctr">
            <a:solidFill>
              <a:srgbClr val="CC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3" name="Text Box 8">
            <a:extLst>
              <a:ext uri="{FF2B5EF4-FFF2-40B4-BE49-F238E27FC236}">
                <a16:creationId xmlns:a16="http://schemas.microsoft.com/office/drawing/2014/main" id="{250671ED-D96D-7531-D0E8-876DDDD6DDB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89817" y="6453188"/>
            <a:ext cx="1257300" cy="184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ctr" anchorCtr="0">
            <a:spAutoFit/>
          </a:bodyPr>
          <a:lstStyle>
            <a:lvl1pPr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en-US" sz="1200" noProof="0" dirty="0">
                <a:latin typeface="Verdana" panose="020B0604030504040204" pitchFamily="34" charset="0"/>
              </a:rPr>
              <a:t>www.ulaval.ca</a:t>
            </a:r>
          </a:p>
        </p:txBody>
      </p:sp>
      <p:pic>
        <p:nvPicPr>
          <p:cNvPr id="14" name="Picture 2">
            <a:extLst>
              <a:ext uri="{FF2B5EF4-FFF2-40B4-BE49-F238E27FC236}">
                <a16:creationId xmlns:a16="http://schemas.microsoft.com/office/drawing/2014/main" id="{48BC089C-1FAF-2B4F-1321-F14224DA4F0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7392" y="6240463"/>
            <a:ext cx="1449388" cy="6016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Espace réservé du pied de page 2">
            <a:extLst>
              <a:ext uri="{FF2B5EF4-FFF2-40B4-BE49-F238E27FC236}">
                <a16:creationId xmlns:a16="http://schemas.microsoft.com/office/drawing/2014/main" id="{2C95EEDF-E43E-4FF6-3D40-F21A59ACA0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503364" y="6385024"/>
            <a:ext cx="8086381" cy="307777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algn="just"/>
            <a:r>
              <a:rPr lang="en-US" sz="1400" noProof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Aluminum I-Beams - FRQNT, Mar 26, 2025 – </a:t>
            </a:r>
            <a:r>
              <a:rPr lang="en-US" sz="1400" noProof="0" dirty="0">
                <a:solidFill>
                  <a:schemeClr val="tx1"/>
                </a:solidFill>
              </a:rPr>
              <a:t>Kokou ATTIOGBE</a:t>
            </a:r>
            <a:endParaRPr lang="en-US" sz="1400" noProof="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DD64EE20-B1DF-860C-B18C-11153BCFDEDF}"/>
                  </a:ext>
                </a:extLst>
              </p14:cNvPr>
              <p14:cNvContentPartPr/>
              <p14:nvPr/>
            </p14:nvContentPartPr>
            <p14:xfrm>
              <a:off x="258990" y="2219115"/>
              <a:ext cx="7920" cy="432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DD64EE20-B1DF-860C-B18C-11153BCFDEDF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252870" y="2212995"/>
                <a:ext cx="20160" cy="16560"/>
              </a:xfrm>
              <a:prstGeom prst="rect">
                <a:avLst/>
              </a:prstGeom>
            </p:spPr>
          </p:pic>
        </mc:Fallback>
      </mc:AlternateContent>
      <p:sp>
        <p:nvSpPr>
          <p:cNvPr id="6" name="TextBox 5">
            <a:extLst>
              <a:ext uri="{FF2B5EF4-FFF2-40B4-BE49-F238E27FC236}">
                <a16:creationId xmlns:a16="http://schemas.microsoft.com/office/drawing/2014/main" id="{13184E2B-06CE-C99F-FC82-C23F360B2E5B}"/>
              </a:ext>
            </a:extLst>
          </p:cNvPr>
          <p:cNvSpPr txBox="1"/>
          <p:nvPr/>
        </p:nvSpPr>
        <p:spPr>
          <a:xfrm>
            <a:off x="1471871" y="1064422"/>
            <a:ext cx="101178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noProof="0" dirty="0">
                <a:solidFill>
                  <a:srgbClr val="CC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Experimental data: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190D18B-6F1D-3204-D03B-6E1D16C2684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133725" y="1466850"/>
            <a:ext cx="5924550" cy="3924300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FB8629F8-6B13-78DF-FC99-537C0EAEAA89}"/>
              </a:ext>
            </a:extLst>
          </p:cNvPr>
          <p:cNvSpPr txBox="1"/>
          <p:nvPr/>
        </p:nvSpPr>
        <p:spPr>
          <a:xfrm>
            <a:off x="5183208" y="5480606"/>
            <a:ext cx="175213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noProof="0" dirty="0" err="1"/>
              <a:t>Thesis_Lucile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2957283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12CE2F-F4FD-98DC-E396-DCC5D311DA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7">
            <a:extLst>
              <a:ext uri="{FF2B5EF4-FFF2-40B4-BE49-F238E27FC236}">
                <a16:creationId xmlns:a16="http://schemas.microsoft.com/office/drawing/2014/main" id="{09DDAC19-96F4-C8A1-3291-5AE1283035E0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470" b="15347"/>
          <a:stretch>
            <a:fillRect/>
          </a:stretch>
        </p:blipFill>
        <p:spPr bwMode="auto">
          <a:xfrm>
            <a:off x="0" y="919959"/>
            <a:ext cx="12192000" cy="53887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Rectangle 2">
            <a:extLst>
              <a:ext uri="{FF2B5EF4-FFF2-40B4-BE49-F238E27FC236}">
                <a16:creationId xmlns:a16="http://schemas.microsoft.com/office/drawing/2014/main" id="{AF8260E6-32F0-215E-C287-1C711498100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9320" y="221898"/>
            <a:ext cx="11699914" cy="4801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2800" b="1" noProof="0" dirty="0">
                <a:solidFill>
                  <a:srgbClr val="CC0000"/>
                </a:solidFill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1. Design steel beam-column</a:t>
            </a:r>
          </a:p>
        </p:txBody>
      </p:sp>
      <p:sp>
        <p:nvSpPr>
          <p:cNvPr id="12" name="Rectangle 6">
            <a:extLst>
              <a:ext uri="{FF2B5EF4-FFF2-40B4-BE49-F238E27FC236}">
                <a16:creationId xmlns:a16="http://schemas.microsoft.com/office/drawing/2014/main" id="{4EA7857F-22BB-BBE7-F2D8-2364273611D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11154558" y="6396932"/>
            <a:ext cx="881754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>
            <a:lvl1pPr algn="r">
              <a:defRPr sz="1200" smtClean="0">
                <a:latin typeface="Verdana" panose="020B0604030504040204" pitchFamily="34" charset="0"/>
              </a:defRPr>
            </a:lvl1pPr>
          </a:lstStyle>
          <a:p>
            <a:pPr>
              <a:defRPr/>
            </a:pPr>
            <a:r>
              <a:rPr lang="en-US" sz="1400" noProof="0" dirty="0">
                <a:solidFill>
                  <a:schemeClr val="bg2">
                    <a:lumMod val="9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</p:txBody>
      </p:sp>
      <p:cxnSp>
        <p:nvCxnSpPr>
          <p:cNvPr id="15" name="Straight Connector 4">
            <a:extLst>
              <a:ext uri="{FF2B5EF4-FFF2-40B4-BE49-F238E27FC236}">
                <a16:creationId xmlns:a16="http://schemas.microsoft.com/office/drawing/2014/main" id="{4C429EB2-3D39-18B8-B12A-118FFEEB4126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0" y="919959"/>
            <a:ext cx="12192000" cy="0"/>
          </a:xfrm>
          <a:prstGeom prst="line">
            <a:avLst/>
          </a:prstGeom>
          <a:noFill/>
          <a:ln w="15875" algn="ctr">
            <a:solidFill>
              <a:srgbClr val="CC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3" name="Text Box 8">
            <a:extLst>
              <a:ext uri="{FF2B5EF4-FFF2-40B4-BE49-F238E27FC236}">
                <a16:creationId xmlns:a16="http://schemas.microsoft.com/office/drawing/2014/main" id="{F2CA6283-C47A-6044-F725-68B4CD8D1FB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89817" y="6453188"/>
            <a:ext cx="1257300" cy="184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ctr" anchorCtr="0">
            <a:spAutoFit/>
          </a:bodyPr>
          <a:lstStyle>
            <a:lvl1pPr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en-US" sz="1200" noProof="0" dirty="0">
                <a:latin typeface="Verdana" panose="020B0604030504040204" pitchFamily="34" charset="0"/>
              </a:rPr>
              <a:t>www.ulaval.ca</a:t>
            </a:r>
          </a:p>
        </p:txBody>
      </p:sp>
      <p:pic>
        <p:nvPicPr>
          <p:cNvPr id="14" name="Picture 2">
            <a:extLst>
              <a:ext uri="{FF2B5EF4-FFF2-40B4-BE49-F238E27FC236}">
                <a16:creationId xmlns:a16="http://schemas.microsoft.com/office/drawing/2014/main" id="{26BEFCED-4729-94D0-8886-D639EC28EEE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7392" y="6240463"/>
            <a:ext cx="1449388" cy="6016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Espace réservé du pied de page 2">
            <a:extLst>
              <a:ext uri="{FF2B5EF4-FFF2-40B4-BE49-F238E27FC236}">
                <a16:creationId xmlns:a16="http://schemas.microsoft.com/office/drawing/2014/main" id="{8B277852-C26A-5BEC-6FA4-C4369F9DEE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503364" y="6385024"/>
            <a:ext cx="8086381" cy="307777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algn="just"/>
            <a:r>
              <a:rPr lang="en-US" sz="1400" noProof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Aluminum I-Beams - FRQNT, Mar 26, 2025 – </a:t>
            </a:r>
            <a:r>
              <a:rPr lang="en-US" sz="1400" noProof="0" dirty="0">
                <a:solidFill>
                  <a:schemeClr val="tx1"/>
                </a:solidFill>
              </a:rPr>
              <a:t>Kokou ATTIOGBE</a:t>
            </a:r>
            <a:endParaRPr lang="en-US" sz="1400" noProof="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593AE94B-B12E-8EA0-06B8-78C46DEF0605}"/>
                  </a:ext>
                </a:extLst>
              </p14:cNvPr>
              <p14:cNvContentPartPr/>
              <p14:nvPr/>
            </p14:nvContentPartPr>
            <p14:xfrm>
              <a:off x="258990" y="2219115"/>
              <a:ext cx="7920" cy="432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593AE94B-B12E-8EA0-06B8-78C46DEF0605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252870" y="2212995"/>
                <a:ext cx="20160" cy="16560"/>
              </a:xfrm>
              <a:prstGeom prst="rect">
                <a:avLst/>
              </a:prstGeom>
            </p:spPr>
          </p:pic>
        </mc:Fallback>
      </mc:AlternateContent>
      <p:sp>
        <p:nvSpPr>
          <p:cNvPr id="6" name="TextBox 5">
            <a:extLst>
              <a:ext uri="{FF2B5EF4-FFF2-40B4-BE49-F238E27FC236}">
                <a16:creationId xmlns:a16="http://schemas.microsoft.com/office/drawing/2014/main" id="{A59610DB-0ABE-00EF-F05E-5DB2842D07F6}"/>
              </a:ext>
            </a:extLst>
          </p:cNvPr>
          <p:cNvSpPr txBox="1"/>
          <p:nvPr/>
        </p:nvSpPr>
        <p:spPr>
          <a:xfrm>
            <a:off x="1471871" y="1064422"/>
            <a:ext cx="101178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noProof="0" dirty="0">
                <a:solidFill>
                  <a:srgbClr val="CC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Experimental data:</a:t>
            </a:r>
          </a:p>
        </p:txBody>
      </p:sp>
    </p:spTree>
    <p:extLst>
      <p:ext uri="{BB962C8B-B14F-4D97-AF65-F5344CB8AC3E}">
        <p14:creationId xmlns:p14="http://schemas.microsoft.com/office/powerpoint/2010/main" val="18515718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3AC506-D0A5-59ED-6054-3257E170D3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7">
            <a:extLst>
              <a:ext uri="{FF2B5EF4-FFF2-40B4-BE49-F238E27FC236}">
                <a16:creationId xmlns:a16="http://schemas.microsoft.com/office/drawing/2014/main" id="{4B01B47A-D96C-0814-DB81-DE52D4160238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470" b="15347"/>
          <a:stretch>
            <a:fillRect/>
          </a:stretch>
        </p:blipFill>
        <p:spPr bwMode="auto">
          <a:xfrm>
            <a:off x="0" y="919959"/>
            <a:ext cx="12192000" cy="53887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Rectangle 2">
            <a:extLst>
              <a:ext uri="{FF2B5EF4-FFF2-40B4-BE49-F238E27FC236}">
                <a16:creationId xmlns:a16="http://schemas.microsoft.com/office/drawing/2014/main" id="{12FF517A-A8AA-F8E1-461D-63A2E3A87ED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9320" y="221898"/>
            <a:ext cx="11699914" cy="4801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2800" b="1" noProof="0" dirty="0">
                <a:solidFill>
                  <a:srgbClr val="CC0000"/>
                </a:solidFill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1. Design steel beam-column</a:t>
            </a:r>
          </a:p>
        </p:txBody>
      </p:sp>
      <p:sp>
        <p:nvSpPr>
          <p:cNvPr id="12" name="Rectangle 6">
            <a:extLst>
              <a:ext uri="{FF2B5EF4-FFF2-40B4-BE49-F238E27FC236}">
                <a16:creationId xmlns:a16="http://schemas.microsoft.com/office/drawing/2014/main" id="{1F8DAE61-3A8A-E52E-BF0F-428450D0938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11154558" y="6396932"/>
            <a:ext cx="881754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>
            <a:lvl1pPr algn="r">
              <a:defRPr sz="1200" smtClean="0">
                <a:latin typeface="Verdana" panose="020B0604030504040204" pitchFamily="34" charset="0"/>
              </a:defRPr>
            </a:lvl1pPr>
          </a:lstStyle>
          <a:p>
            <a:pPr>
              <a:defRPr/>
            </a:pPr>
            <a:r>
              <a:rPr lang="en-US" sz="1400" noProof="0" dirty="0">
                <a:solidFill>
                  <a:schemeClr val="bg2">
                    <a:lumMod val="9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</p:txBody>
      </p:sp>
      <p:cxnSp>
        <p:nvCxnSpPr>
          <p:cNvPr id="15" name="Straight Connector 4">
            <a:extLst>
              <a:ext uri="{FF2B5EF4-FFF2-40B4-BE49-F238E27FC236}">
                <a16:creationId xmlns:a16="http://schemas.microsoft.com/office/drawing/2014/main" id="{DBB67137-CC0B-101E-42FA-A9F5BC1E876B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0" y="919959"/>
            <a:ext cx="12192000" cy="0"/>
          </a:xfrm>
          <a:prstGeom prst="line">
            <a:avLst/>
          </a:prstGeom>
          <a:noFill/>
          <a:ln w="15875" algn="ctr">
            <a:solidFill>
              <a:srgbClr val="CC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3" name="Text Box 8">
            <a:extLst>
              <a:ext uri="{FF2B5EF4-FFF2-40B4-BE49-F238E27FC236}">
                <a16:creationId xmlns:a16="http://schemas.microsoft.com/office/drawing/2014/main" id="{C30D96D6-5C1F-1D3F-D7CE-A13E9DDAD45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89817" y="6453188"/>
            <a:ext cx="1257300" cy="184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ctr" anchorCtr="0">
            <a:spAutoFit/>
          </a:bodyPr>
          <a:lstStyle>
            <a:lvl1pPr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en-US" sz="1200" noProof="0" dirty="0">
                <a:latin typeface="Verdana" panose="020B0604030504040204" pitchFamily="34" charset="0"/>
              </a:rPr>
              <a:t>www.ulaval.ca</a:t>
            </a:r>
          </a:p>
        </p:txBody>
      </p:sp>
      <p:pic>
        <p:nvPicPr>
          <p:cNvPr id="14" name="Picture 2">
            <a:extLst>
              <a:ext uri="{FF2B5EF4-FFF2-40B4-BE49-F238E27FC236}">
                <a16:creationId xmlns:a16="http://schemas.microsoft.com/office/drawing/2014/main" id="{841EF4FF-098D-991A-A9B1-7E40F1C7C3D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7392" y="6240463"/>
            <a:ext cx="1449388" cy="6016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Espace réservé du pied de page 2">
            <a:extLst>
              <a:ext uri="{FF2B5EF4-FFF2-40B4-BE49-F238E27FC236}">
                <a16:creationId xmlns:a16="http://schemas.microsoft.com/office/drawing/2014/main" id="{82B52203-182D-0D06-DA97-7D66B1BC75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503364" y="6385024"/>
            <a:ext cx="8086381" cy="307777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algn="just"/>
            <a:r>
              <a:rPr lang="en-US" sz="1400" noProof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Aluminum I-Beams - FRQNT, Mar 26, 2025 – </a:t>
            </a:r>
            <a:r>
              <a:rPr lang="en-US" sz="1400" noProof="0" dirty="0">
                <a:solidFill>
                  <a:schemeClr val="tx1"/>
                </a:solidFill>
              </a:rPr>
              <a:t>Kokou ATTIOGBE</a:t>
            </a:r>
            <a:endParaRPr lang="en-US" sz="1400" noProof="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911CF83C-364C-7C34-F2F2-E7981CDCBE5C}"/>
                  </a:ext>
                </a:extLst>
              </p14:cNvPr>
              <p14:cNvContentPartPr/>
              <p14:nvPr/>
            </p14:nvContentPartPr>
            <p14:xfrm>
              <a:off x="258990" y="2219115"/>
              <a:ext cx="7920" cy="432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911CF83C-364C-7C34-F2F2-E7981CDCBE5C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252870" y="2212995"/>
                <a:ext cx="20160" cy="16560"/>
              </a:xfrm>
              <a:prstGeom prst="rect">
                <a:avLst/>
              </a:prstGeom>
            </p:spPr>
          </p:pic>
        </mc:Fallback>
      </mc:AlternateContent>
      <p:sp>
        <p:nvSpPr>
          <p:cNvPr id="6" name="TextBox 5">
            <a:extLst>
              <a:ext uri="{FF2B5EF4-FFF2-40B4-BE49-F238E27FC236}">
                <a16:creationId xmlns:a16="http://schemas.microsoft.com/office/drawing/2014/main" id="{C6F999A0-79AE-070E-4189-4974CA494002}"/>
              </a:ext>
            </a:extLst>
          </p:cNvPr>
          <p:cNvSpPr txBox="1"/>
          <p:nvPr/>
        </p:nvSpPr>
        <p:spPr>
          <a:xfrm>
            <a:off x="1471871" y="1064422"/>
            <a:ext cx="23507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noProof="0" dirty="0">
                <a:solidFill>
                  <a:srgbClr val="CC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Numerical model :</a:t>
            </a:r>
          </a:p>
        </p:txBody>
      </p:sp>
    </p:spTree>
    <p:extLst>
      <p:ext uri="{BB962C8B-B14F-4D97-AF65-F5344CB8AC3E}">
        <p14:creationId xmlns:p14="http://schemas.microsoft.com/office/powerpoint/2010/main" val="213296296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EAA05C-6445-FAF9-7E97-26F3432A97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7">
            <a:extLst>
              <a:ext uri="{FF2B5EF4-FFF2-40B4-BE49-F238E27FC236}">
                <a16:creationId xmlns:a16="http://schemas.microsoft.com/office/drawing/2014/main" id="{F7778F56-8FD4-A53E-FBF1-60B0B25152B3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470" b="15347"/>
          <a:stretch>
            <a:fillRect/>
          </a:stretch>
        </p:blipFill>
        <p:spPr bwMode="auto">
          <a:xfrm>
            <a:off x="0" y="919959"/>
            <a:ext cx="12192000" cy="53887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Rectangle 2">
            <a:extLst>
              <a:ext uri="{FF2B5EF4-FFF2-40B4-BE49-F238E27FC236}">
                <a16:creationId xmlns:a16="http://schemas.microsoft.com/office/drawing/2014/main" id="{B2FC44EE-3DF4-3B29-A927-C10D735FABB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9320" y="221898"/>
            <a:ext cx="11699914" cy="4801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2800" b="1" noProof="0" dirty="0">
                <a:solidFill>
                  <a:srgbClr val="CC0000"/>
                </a:solidFill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1. Design steel column : welded sections</a:t>
            </a:r>
          </a:p>
        </p:txBody>
      </p:sp>
      <p:sp>
        <p:nvSpPr>
          <p:cNvPr id="12" name="Rectangle 6">
            <a:extLst>
              <a:ext uri="{FF2B5EF4-FFF2-40B4-BE49-F238E27FC236}">
                <a16:creationId xmlns:a16="http://schemas.microsoft.com/office/drawing/2014/main" id="{9CED441C-52C9-F027-3000-787D9F41B7B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11154558" y="6396932"/>
            <a:ext cx="881754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>
            <a:lvl1pPr algn="r">
              <a:defRPr sz="1200" smtClean="0">
                <a:latin typeface="Verdana" panose="020B0604030504040204" pitchFamily="34" charset="0"/>
              </a:defRPr>
            </a:lvl1pPr>
          </a:lstStyle>
          <a:p>
            <a:pPr>
              <a:defRPr/>
            </a:pPr>
            <a:r>
              <a:rPr lang="en-US" sz="1400" noProof="0" dirty="0">
                <a:solidFill>
                  <a:schemeClr val="bg2">
                    <a:lumMod val="9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</p:txBody>
      </p:sp>
      <p:cxnSp>
        <p:nvCxnSpPr>
          <p:cNvPr id="15" name="Straight Connector 4">
            <a:extLst>
              <a:ext uri="{FF2B5EF4-FFF2-40B4-BE49-F238E27FC236}">
                <a16:creationId xmlns:a16="http://schemas.microsoft.com/office/drawing/2014/main" id="{D824A125-4B06-C027-CDC4-836884FD22DC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0" y="919959"/>
            <a:ext cx="12192000" cy="0"/>
          </a:xfrm>
          <a:prstGeom prst="line">
            <a:avLst/>
          </a:prstGeom>
          <a:noFill/>
          <a:ln w="15875" algn="ctr">
            <a:solidFill>
              <a:srgbClr val="CC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3" name="Text Box 8">
            <a:extLst>
              <a:ext uri="{FF2B5EF4-FFF2-40B4-BE49-F238E27FC236}">
                <a16:creationId xmlns:a16="http://schemas.microsoft.com/office/drawing/2014/main" id="{D582836B-4A53-CE9E-A662-6FA2D15B646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89817" y="6453188"/>
            <a:ext cx="1257300" cy="184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ctr" anchorCtr="0">
            <a:spAutoFit/>
          </a:bodyPr>
          <a:lstStyle>
            <a:lvl1pPr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en-US" sz="1200" noProof="0" dirty="0">
                <a:latin typeface="Verdana" panose="020B0604030504040204" pitchFamily="34" charset="0"/>
              </a:rPr>
              <a:t>www.ulaval.ca</a:t>
            </a:r>
          </a:p>
        </p:txBody>
      </p:sp>
      <p:pic>
        <p:nvPicPr>
          <p:cNvPr id="14" name="Picture 2">
            <a:extLst>
              <a:ext uri="{FF2B5EF4-FFF2-40B4-BE49-F238E27FC236}">
                <a16:creationId xmlns:a16="http://schemas.microsoft.com/office/drawing/2014/main" id="{912FF055-14B2-D80C-9FAD-9EE61BB30A7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7392" y="6240463"/>
            <a:ext cx="1449388" cy="6016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Espace réservé du pied de page 2">
            <a:extLst>
              <a:ext uri="{FF2B5EF4-FFF2-40B4-BE49-F238E27FC236}">
                <a16:creationId xmlns:a16="http://schemas.microsoft.com/office/drawing/2014/main" id="{1A845D86-6ECD-3588-8A5B-B26BCED9E4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503364" y="6385024"/>
            <a:ext cx="8086381" cy="307777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algn="just"/>
            <a:r>
              <a:rPr lang="en-US" sz="1400" noProof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Aluminum I-Beams - FRQNT, Mar 26, 2025 – </a:t>
            </a:r>
            <a:r>
              <a:rPr lang="en-US" sz="1400" noProof="0" dirty="0">
                <a:solidFill>
                  <a:schemeClr val="tx1"/>
                </a:solidFill>
              </a:rPr>
              <a:t>Kokou ATTIOGBE</a:t>
            </a:r>
            <a:endParaRPr lang="en-US" sz="1400" noProof="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0D4ED682-A0A4-A84F-9019-8E129B354C13}"/>
                  </a:ext>
                </a:extLst>
              </p14:cNvPr>
              <p14:cNvContentPartPr/>
              <p14:nvPr/>
            </p14:nvContentPartPr>
            <p14:xfrm>
              <a:off x="258990" y="2219115"/>
              <a:ext cx="7920" cy="432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0D4ED682-A0A4-A84F-9019-8E129B354C13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252870" y="2212995"/>
                <a:ext cx="20160" cy="16560"/>
              </a:xfrm>
              <a:prstGeom prst="rect">
                <a:avLst/>
              </a:prstGeom>
            </p:spPr>
          </p:pic>
        </mc:Fallback>
      </mc:AlternateContent>
      <p:sp>
        <p:nvSpPr>
          <p:cNvPr id="6" name="TextBox 5">
            <a:extLst>
              <a:ext uri="{FF2B5EF4-FFF2-40B4-BE49-F238E27FC236}">
                <a16:creationId xmlns:a16="http://schemas.microsoft.com/office/drawing/2014/main" id="{519421F9-B27A-88A4-1338-115ED8B7B526}"/>
              </a:ext>
            </a:extLst>
          </p:cNvPr>
          <p:cNvSpPr txBox="1"/>
          <p:nvPr/>
        </p:nvSpPr>
        <p:spPr>
          <a:xfrm>
            <a:off x="1471871" y="1064422"/>
            <a:ext cx="2225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noProof="0" dirty="0">
                <a:solidFill>
                  <a:srgbClr val="CC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Experimental data: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1C6C1E9-8386-A199-A612-88AC251D0037}"/>
              </a:ext>
            </a:extLst>
          </p:cNvPr>
          <p:cNvSpPr txBox="1"/>
          <p:nvPr/>
        </p:nvSpPr>
        <p:spPr>
          <a:xfrm>
            <a:off x="1716780" y="1509748"/>
            <a:ext cx="998774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Validation # 2 : </a:t>
            </a:r>
            <a:r>
              <a:rPr lang="en-US" dirty="0"/>
              <a:t>Minor-axis flexural buckling of Q1100 ultra high strength steel welded I-section columns (2024) by Fei Yin and Lu Yang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9B78F67-ADE5-8ED0-4D39-9D303C7900B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889817" y="2300541"/>
            <a:ext cx="8292140" cy="34911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925828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07C906-2F68-D941-CA8B-41875CBAD9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7">
            <a:extLst>
              <a:ext uri="{FF2B5EF4-FFF2-40B4-BE49-F238E27FC236}">
                <a16:creationId xmlns:a16="http://schemas.microsoft.com/office/drawing/2014/main" id="{0CE315B8-1B02-FED0-D90B-4D1528B6CF71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470" b="15347"/>
          <a:stretch>
            <a:fillRect/>
          </a:stretch>
        </p:blipFill>
        <p:spPr bwMode="auto">
          <a:xfrm>
            <a:off x="0" y="919959"/>
            <a:ext cx="12192000" cy="53887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Rectangle 2">
            <a:extLst>
              <a:ext uri="{FF2B5EF4-FFF2-40B4-BE49-F238E27FC236}">
                <a16:creationId xmlns:a16="http://schemas.microsoft.com/office/drawing/2014/main" id="{26E39D44-637D-E63C-EC85-2F1244ECF8F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9320" y="221898"/>
            <a:ext cx="11699914" cy="4801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2800" b="1" noProof="0" dirty="0">
                <a:solidFill>
                  <a:srgbClr val="CC0000"/>
                </a:solidFill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1. Design steel column : welded sections</a:t>
            </a:r>
          </a:p>
        </p:txBody>
      </p:sp>
      <p:sp>
        <p:nvSpPr>
          <p:cNvPr id="12" name="Rectangle 6">
            <a:extLst>
              <a:ext uri="{FF2B5EF4-FFF2-40B4-BE49-F238E27FC236}">
                <a16:creationId xmlns:a16="http://schemas.microsoft.com/office/drawing/2014/main" id="{5E44C8FB-C955-23D3-0AB8-D7F44B31C68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11154558" y="6396932"/>
            <a:ext cx="881754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>
            <a:lvl1pPr algn="r">
              <a:defRPr sz="1200" smtClean="0">
                <a:latin typeface="Verdana" panose="020B0604030504040204" pitchFamily="34" charset="0"/>
              </a:defRPr>
            </a:lvl1pPr>
          </a:lstStyle>
          <a:p>
            <a:pPr>
              <a:defRPr/>
            </a:pPr>
            <a:r>
              <a:rPr lang="en-US" sz="1400" noProof="0" dirty="0">
                <a:solidFill>
                  <a:schemeClr val="bg2">
                    <a:lumMod val="9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</p:txBody>
      </p:sp>
      <p:cxnSp>
        <p:nvCxnSpPr>
          <p:cNvPr id="15" name="Straight Connector 4">
            <a:extLst>
              <a:ext uri="{FF2B5EF4-FFF2-40B4-BE49-F238E27FC236}">
                <a16:creationId xmlns:a16="http://schemas.microsoft.com/office/drawing/2014/main" id="{D84D2A4E-CB2C-93CA-0C1E-AAFF12D22AA8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0" y="919959"/>
            <a:ext cx="12192000" cy="0"/>
          </a:xfrm>
          <a:prstGeom prst="line">
            <a:avLst/>
          </a:prstGeom>
          <a:noFill/>
          <a:ln w="15875" algn="ctr">
            <a:solidFill>
              <a:srgbClr val="CC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3" name="Text Box 8">
            <a:extLst>
              <a:ext uri="{FF2B5EF4-FFF2-40B4-BE49-F238E27FC236}">
                <a16:creationId xmlns:a16="http://schemas.microsoft.com/office/drawing/2014/main" id="{53DC20CD-6D75-D6B4-0E88-77B285DBBE8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89817" y="6453188"/>
            <a:ext cx="1257300" cy="184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ctr" anchorCtr="0">
            <a:spAutoFit/>
          </a:bodyPr>
          <a:lstStyle>
            <a:lvl1pPr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en-US" sz="1200" noProof="0" dirty="0">
                <a:latin typeface="Verdana" panose="020B0604030504040204" pitchFamily="34" charset="0"/>
              </a:rPr>
              <a:t>www.ulaval.ca</a:t>
            </a:r>
          </a:p>
        </p:txBody>
      </p:sp>
      <p:pic>
        <p:nvPicPr>
          <p:cNvPr id="14" name="Picture 2">
            <a:extLst>
              <a:ext uri="{FF2B5EF4-FFF2-40B4-BE49-F238E27FC236}">
                <a16:creationId xmlns:a16="http://schemas.microsoft.com/office/drawing/2014/main" id="{D001FD5E-5998-C110-0BC5-503EFCEB7FD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7392" y="6240463"/>
            <a:ext cx="1449388" cy="6016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Espace réservé du pied de page 2">
            <a:extLst>
              <a:ext uri="{FF2B5EF4-FFF2-40B4-BE49-F238E27FC236}">
                <a16:creationId xmlns:a16="http://schemas.microsoft.com/office/drawing/2014/main" id="{BC48BB3F-6F5A-2DC8-2CAD-596F905682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503364" y="6385024"/>
            <a:ext cx="8086381" cy="307777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algn="just"/>
            <a:r>
              <a:rPr lang="en-US" sz="1400" noProof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Aluminum I-Beams - FRQNT, Mar 26, 2025 – </a:t>
            </a:r>
            <a:r>
              <a:rPr lang="en-US" sz="1400" noProof="0" dirty="0">
                <a:solidFill>
                  <a:schemeClr val="tx1"/>
                </a:solidFill>
              </a:rPr>
              <a:t>Kokou ATTIOGBE</a:t>
            </a:r>
            <a:endParaRPr lang="en-US" sz="1400" noProof="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09918E3E-F450-5152-2A2A-5252767DF005}"/>
                  </a:ext>
                </a:extLst>
              </p14:cNvPr>
              <p14:cNvContentPartPr/>
              <p14:nvPr/>
            </p14:nvContentPartPr>
            <p14:xfrm>
              <a:off x="258990" y="2219115"/>
              <a:ext cx="7920" cy="432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09918E3E-F450-5152-2A2A-5252767DF005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252870" y="2212995"/>
                <a:ext cx="20160" cy="16560"/>
              </a:xfrm>
              <a:prstGeom prst="rect">
                <a:avLst/>
              </a:prstGeom>
            </p:spPr>
          </p:pic>
        </mc:Fallback>
      </mc:AlternateContent>
      <p:sp>
        <p:nvSpPr>
          <p:cNvPr id="6" name="TextBox 5">
            <a:extLst>
              <a:ext uri="{FF2B5EF4-FFF2-40B4-BE49-F238E27FC236}">
                <a16:creationId xmlns:a16="http://schemas.microsoft.com/office/drawing/2014/main" id="{76C6D0DF-6FE2-D41D-C4F2-7BE4CC710506}"/>
              </a:ext>
            </a:extLst>
          </p:cNvPr>
          <p:cNvSpPr txBox="1"/>
          <p:nvPr/>
        </p:nvSpPr>
        <p:spPr>
          <a:xfrm>
            <a:off x="1471871" y="1064422"/>
            <a:ext cx="2225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noProof="0" dirty="0">
                <a:solidFill>
                  <a:srgbClr val="CC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Experimental data: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6FA6C14-16E9-92A5-67AF-2EB65B3F937E}"/>
              </a:ext>
            </a:extLst>
          </p:cNvPr>
          <p:cNvSpPr txBox="1"/>
          <p:nvPr/>
        </p:nvSpPr>
        <p:spPr>
          <a:xfrm>
            <a:off x="1716780" y="1509748"/>
            <a:ext cx="998774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Validation # 2 : </a:t>
            </a:r>
            <a:r>
              <a:rPr lang="en-US" dirty="0"/>
              <a:t>Minor-axis flexural buckling of Q1100 ultra high strength steel welded I-section columns (2024) by Fei Yin and Lu Yang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B548B28-D64E-ACCE-D549-C5C9066F09B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758239" y="2232073"/>
            <a:ext cx="3567587" cy="3677118"/>
          </a:xfrm>
          <a:prstGeom prst="rect">
            <a:avLst/>
          </a:prstGeom>
        </p:spPr>
      </p:pic>
      <p:graphicFrame>
        <p:nvGraphicFramePr>
          <p:cNvPr id="9" name="Chart 8">
            <a:extLst>
              <a:ext uri="{FF2B5EF4-FFF2-40B4-BE49-F238E27FC236}">
                <a16:creationId xmlns:a16="http://schemas.microsoft.com/office/drawing/2014/main" id="{3F99261D-43B9-2EDE-B840-B0DCEBC4AD1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959048053"/>
              </p:ext>
            </p:extLst>
          </p:nvPr>
        </p:nvGraphicFramePr>
        <p:xfrm>
          <a:off x="6384159" y="2174480"/>
          <a:ext cx="4225926" cy="28797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8"/>
          </a:graphicData>
        </a:graphic>
      </p:graphicFrame>
      <p:sp>
        <p:nvSpPr>
          <p:cNvPr id="16" name="TextBox 15">
            <a:extLst>
              <a:ext uri="{FF2B5EF4-FFF2-40B4-BE49-F238E27FC236}">
                <a16:creationId xmlns:a16="http://schemas.microsoft.com/office/drawing/2014/main" id="{972D8EB7-274F-1D08-D0BE-D063FB02C7F3}"/>
              </a:ext>
            </a:extLst>
          </p:cNvPr>
          <p:cNvSpPr txBox="1"/>
          <p:nvPr/>
        </p:nvSpPr>
        <p:spPr>
          <a:xfrm>
            <a:off x="7565181" y="5348252"/>
            <a:ext cx="19864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Stress-</a:t>
            </a:r>
            <a:r>
              <a:rPr lang="fr-FR" dirty="0" err="1"/>
              <a:t>strain</a:t>
            </a:r>
            <a:r>
              <a:rPr lang="fr-FR" dirty="0"/>
              <a:t> </a:t>
            </a:r>
            <a:r>
              <a:rPr lang="fr-FR" dirty="0" err="1"/>
              <a:t>curves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4411448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EAA05C-6445-FAF9-7E97-26F3432A97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7">
            <a:extLst>
              <a:ext uri="{FF2B5EF4-FFF2-40B4-BE49-F238E27FC236}">
                <a16:creationId xmlns:a16="http://schemas.microsoft.com/office/drawing/2014/main" id="{F7778F56-8FD4-A53E-FBF1-60B0B25152B3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470" b="15347"/>
          <a:stretch>
            <a:fillRect/>
          </a:stretch>
        </p:blipFill>
        <p:spPr bwMode="auto">
          <a:xfrm>
            <a:off x="0" y="919959"/>
            <a:ext cx="12192000" cy="53887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Rectangle 2">
            <a:extLst>
              <a:ext uri="{FF2B5EF4-FFF2-40B4-BE49-F238E27FC236}">
                <a16:creationId xmlns:a16="http://schemas.microsoft.com/office/drawing/2014/main" id="{B2FC44EE-3DF4-3B29-A927-C10D735FABB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9320" y="221898"/>
            <a:ext cx="11699914" cy="4801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2800" b="1" noProof="0" dirty="0">
                <a:solidFill>
                  <a:srgbClr val="CC0000"/>
                </a:solidFill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1. Design steel column : welded sections</a:t>
            </a:r>
          </a:p>
        </p:txBody>
      </p:sp>
      <p:sp>
        <p:nvSpPr>
          <p:cNvPr id="12" name="Rectangle 6">
            <a:extLst>
              <a:ext uri="{FF2B5EF4-FFF2-40B4-BE49-F238E27FC236}">
                <a16:creationId xmlns:a16="http://schemas.microsoft.com/office/drawing/2014/main" id="{9CED441C-52C9-F027-3000-787D9F41B7B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11154558" y="6396932"/>
            <a:ext cx="881754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>
            <a:lvl1pPr algn="r">
              <a:defRPr sz="1200" smtClean="0">
                <a:latin typeface="Verdana" panose="020B0604030504040204" pitchFamily="34" charset="0"/>
              </a:defRPr>
            </a:lvl1pPr>
          </a:lstStyle>
          <a:p>
            <a:pPr>
              <a:defRPr/>
            </a:pPr>
            <a:r>
              <a:rPr lang="en-US" sz="1400" noProof="0" dirty="0">
                <a:solidFill>
                  <a:schemeClr val="bg2">
                    <a:lumMod val="9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</p:txBody>
      </p:sp>
      <p:cxnSp>
        <p:nvCxnSpPr>
          <p:cNvPr id="15" name="Straight Connector 4">
            <a:extLst>
              <a:ext uri="{FF2B5EF4-FFF2-40B4-BE49-F238E27FC236}">
                <a16:creationId xmlns:a16="http://schemas.microsoft.com/office/drawing/2014/main" id="{D824A125-4B06-C027-CDC4-836884FD22DC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0" y="919959"/>
            <a:ext cx="12192000" cy="0"/>
          </a:xfrm>
          <a:prstGeom prst="line">
            <a:avLst/>
          </a:prstGeom>
          <a:noFill/>
          <a:ln w="15875" algn="ctr">
            <a:solidFill>
              <a:srgbClr val="CC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3" name="Text Box 8">
            <a:extLst>
              <a:ext uri="{FF2B5EF4-FFF2-40B4-BE49-F238E27FC236}">
                <a16:creationId xmlns:a16="http://schemas.microsoft.com/office/drawing/2014/main" id="{D582836B-4A53-CE9E-A662-6FA2D15B646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89817" y="6453188"/>
            <a:ext cx="1257300" cy="184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ctr" anchorCtr="0">
            <a:spAutoFit/>
          </a:bodyPr>
          <a:lstStyle>
            <a:lvl1pPr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en-US" sz="1200" noProof="0" dirty="0">
                <a:latin typeface="Verdana" panose="020B0604030504040204" pitchFamily="34" charset="0"/>
              </a:rPr>
              <a:t>www.ulaval.ca</a:t>
            </a:r>
          </a:p>
        </p:txBody>
      </p:sp>
      <p:pic>
        <p:nvPicPr>
          <p:cNvPr id="14" name="Picture 2">
            <a:extLst>
              <a:ext uri="{FF2B5EF4-FFF2-40B4-BE49-F238E27FC236}">
                <a16:creationId xmlns:a16="http://schemas.microsoft.com/office/drawing/2014/main" id="{912FF055-14B2-D80C-9FAD-9EE61BB30A7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7392" y="6240463"/>
            <a:ext cx="1449388" cy="6016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Espace réservé du pied de page 2">
            <a:extLst>
              <a:ext uri="{FF2B5EF4-FFF2-40B4-BE49-F238E27FC236}">
                <a16:creationId xmlns:a16="http://schemas.microsoft.com/office/drawing/2014/main" id="{1A845D86-6ECD-3588-8A5B-B26BCED9E4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503364" y="6385024"/>
            <a:ext cx="8086381" cy="307777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algn="just"/>
            <a:r>
              <a:rPr lang="en-US" sz="1400" noProof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Aluminum I-Beams - FRQNT, Mar 26, 2025 – </a:t>
            </a:r>
            <a:r>
              <a:rPr lang="en-US" sz="1400" noProof="0" dirty="0">
                <a:solidFill>
                  <a:schemeClr val="tx1"/>
                </a:solidFill>
              </a:rPr>
              <a:t>Kokou ATTIOGBE</a:t>
            </a:r>
            <a:endParaRPr lang="en-US" sz="1400" noProof="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0D4ED682-A0A4-A84F-9019-8E129B354C13}"/>
                  </a:ext>
                </a:extLst>
              </p14:cNvPr>
              <p14:cNvContentPartPr/>
              <p14:nvPr/>
            </p14:nvContentPartPr>
            <p14:xfrm>
              <a:off x="258990" y="2219115"/>
              <a:ext cx="7920" cy="432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0D4ED682-A0A4-A84F-9019-8E129B354C13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252870" y="2212995"/>
                <a:ext cx="20160" cy="16560"/>
              </a:xfrm>
              <a:prstGeom prst="rect">
                <a:avLst/>
              </a:prstGeom>
            </p:spPr>
          </p:pic>
        </mc:Fallback>
      </mc:AlternateContent>
      <p:sp>
        <p:nvSpPr>
          <p:cNvPr id="6" name="TextBox 5">
            <a:extLst>
              <a:ext uri="{FF2B5EF4-FFF2-40B4-BE49-F238E27FC236}">
                <a16:creationId xmlns:a16="http://schemas.microsoft.com/office/drawing/2014/main" id="{519421F9-B27A-88A4-1338-115ED8B7B526}"/>
              </a:ext>
            </a:extLst>
          </p:cNvPr>
          <p:cNvSpPr txBox="1"/>
          <p:nvPr/>
        </p:nvSpPr>
        <p:spPr>
          <a:xfrm>
            <a:off x="1471871" y="1064422"/>
            <a:ext cx="2225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noProof="0" dirty="0">
                <a:solidFill>
                  <a:srgbClr val="CC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Experimental data: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1C6C1E9-8386-A199-A612-88AC251D0037}"/>
              </a:ext>
            </a:extLst>
          </p:cNvPr>
          <p:cNvSpPr txBox="1"/>
          <p:nvPr/>
        </p:nvSpPr>
        <p:spPr>
          <a:xfrm>
            <a:off x="1716780" y="1509748"/>
            <a:ext cx="998774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Validation # 2 : </a:t>
            </a:r>
            <a:r>
              <a:rPr lang="en-US" dirty="0"/>
              <a:t>Minor-axis flexural buckling of Q1100 ultra high strength steel welded I-section columns (2024) by Fei Yin and Lu Yang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2D3B32FE-3873-EAF0-6B3F-6C8C58EF4F0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802305" y="2257309"/>
            <a:ext cx="4072284" cy="3324822"/>
          </a:xfrm>
          <a:prstGeom prst="rect">
            <a:avLst/>
          </a:prstGeom>
        </p:spPr>
      </p:pic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53C79701-4C53-40DE-92F7-16096D277E0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192898651"/>
              </p:ext>
            </p:extLst>
          </p:nvPr>
        </p:nvGraphicFramePr>
        <p:xfrm>
          <a:off x="5421434" y="1723910"/>
          <a:ext cx="5366985" cy="385390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8"/>
          </a:graphicData>
        </a:graphic>
      </p:graphicFrame>
    </p:spTree>
    <p:extLst>
      <p:ext uri="{BB962C8B-B14F-4D97-AF65-F5344CB8AC3E}">
        <p14:creationId xmlns:p14="http://schemas.microsoft.com/office/powerpoint/2010/main" val="206857073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EAA05C-6445-FAF9-7E97-26F3432A97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7">
            <a:extLst>
              <a:ext uri="{FF2B5EF4-FFF2-40B4-BE49-F238E27FC236}">
                <a16:creationId xmlns:a16="http://schemas.microsoft.com/office/drawing/2014/main" id="{F7778F56-8FD4-A53E-FBF1-60B0B25152B3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470" b="15347"/>
          <a:stretch>
            <a:fillRect/>
          </a:stretch>
        </p:blipFill>
        <p:spPr bwMode="auto">
          <a:xfrm>
            <a:off x="0" y="919959"/>
            <a:ext cx="12192000" cy="53887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Rectangle 2">
            <a:extLst>
              <a:ext uri="{FF2B5EF4-FFF2-40B4-BE49-F238E27FC236}">
                <a16:creationId xmlns:a16="http://schemas.microsoft.com/office/drawing/2014/main" id="{B2FC44EE-3DF4-3B29-A927-C10D735FABB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9320" y="221898"/>
            <a:ext cx="11699914" cy="4801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2800" b="1" noProof="0" dirty="0">
                <a:solidFill>
                  <a:srgbClr val="CC0000"/>
                </a:solidFill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1. Design steel column : welded sections</a:t>
            </a:r>
          </a:p>
        </p:txBody>
      </p:sp>
      <p:sp>
        <p:nvSpPr>
          <p:cNvPr id="12" name="Rectangle 6">
            <a:extLst>
              <a:ext uri="{FF2B5EF4-FFF2-40B4-BE49-F238E27FC236}">
                <a16:creationId xmlns:a16="http://schemas.microsoft.com/office/drawing/2014/main" id="{9CED441C-52C9-F027-3000-787D9F41B7B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11154558" y="6396932"/>
            <a:ext cx="881754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>
            <a:lvl1pPr algn="r">
              <a:defRPr sz="1200" smtClean="0">
                <a:latin typeface="Verdana" panose="020B0604030504040204" pitchFamily="34" charset="0"/>
              </a:defRPr>
            </a:lvl1pPr>
          </a:lstStyle>
          <a:p>
            <a:pPr>
              <a:defRPr/>
            </a:pPr>
            <a:r>
              <a:rPr lang="en-US" sz="1400" noProof="0" dirty="0">
                <a:solidFill>
                  <a:schemeClr val="bg2">
                    <a:lumMod val="9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</p:txBody>
      </p:sp>
      <p:cxnSp>
        <p:nvCxnSpPr>
          <p:cNvPr id="15" name="Straight Connector 4">
            <a:extLst>
              <a:ext uri="{FF2B5EF4-FFF2-40B4-BE49-F238E27FC236}">
                <a16:creationId xmlns:a16="http://schemas.microsoft.com/office/drawing/2014/main" id="{D824A125-4B06-C027-CDC4-836884FD22DC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0" y="919959"/>
            <a:ext cx="12192000" cy="0"/>
          </a:xfrm>
          <a:prstGeom prst="line">
            <a:avLst/>
          </a:prstGeom>
          <a:noFill/>
          <a:ln w="15875" algn="ctr">
            <a:solidFill>
              <a:srgbClr val="CC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3" name="Text Box 8">
            <a:extLst>
              <a:ext uri="{FF2B5EF4-FFF2-40B4-BE49-F238E27FC236}">
                <a16:creationId xmlns:a16="http://schemas.microsoft.com/office/drawing/2014/main" id="{D582836B-4A53-CE9E-A662-6FA2D15B646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89817" y="6453188"/>
            <a:ext cx="1257300" cy="184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ctr" anchorCtr="0">
            <a:spAutoFit/>
          </a:bodyPr>
          <a:lstStyle>
            <a:lvl1pPr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en-US" sz="1200" noProof="0" dirty="0">
                <a:latin typeface="Verdana" panose="020B0604030504040204" pitchFamily="34" charset="0"/>
              </a:rPr>
              <a:t>www.ulaval.ca</a:t>
            </a:r>
          </a:p>
        </p:txBody>
      </p:sp>
      <p:pic>
        <p:nvPicPr>
          <p:cNvPr id="14" name="Picture 2">
            <a:extLst>
              <a:ext uri="{FF2B5EF4-FFF2-40B4-BE49-F238E27FC236}">
                <a16:creationId xmlns:a16="http://schemas.microsoft.com/office/drawing/2014/main" id="{912FF055-14B2-D80C-9FAD-9EE61BB30A7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7392" y="6240463"/>
            <a:ext cx="1449388" cy="6016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Espace réservé du pied de page 2">
            <a:extLst>
              <a:ext uri="{FF2B5EF4-FFF2-40B4-BE49-F238E27FC236}">
                <a16:creationId xmlns:a16="http://schemas.microsoft.com/office/drawing/2014/main" id="{1A845D86-6ECD-3588-8A5B-B26BCED9E4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503364" y="6385024"/>
            <a:ext cx="8086381" cy="307777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algn="just"/>
            <a:r>
              <a:rPr lang="en-US" sz="1400" noProof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Aluminum I-Beams - FRQNT, Mar 26, 2025 – </a:t>
            </a:r>
            <a:r>
              <a:rPr lang="en-US" sz="1400" noProof="0" dirty="0">
                <a:solidFill>
                  <a:schemeClr val="tx1"/>
                </a:solidFill>
              </a:rPr>
              <a:t>Kokou ATTIOGBE</a:t>
            </a:r>
            <a:endParaRPr lang="en-US" sz="1400" noProof="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0D4ED682-A0A4-A84F-9019-8E129B354C13}"/>
                  </a:ext>
                </a:extLst>
              </p14:cNvPr>
              <p14:cNvContentPartPr/>
              <p14:nvPr/>
            </p14:nvContentPartPr>
            <p14:xfrm>
              <a:off x="258990" y="2219115"/>
              <a:ext cx="7920" cy="432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0D4ED682-A0A4-A84F-9019-8E129B354C13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252870" y="2212995"/>
                <a:ext cx="20160" cy="16560"/>
              </a:xfrm>
              <a:prstGeom prst="rect">
                <a:avLst/>
              </a:prstGeom>
            </p:spPr>
          </p:pic>
        </mc:Fallback>
      </mc:AlternateContent>
      <p:sp>
        <p:nvSpPr>
          <p:cNvPr id="6" name="TextBox 5">
            <a:extLst>
              <a:ext uri="{FF2B5EF4-FFF2-40B4-BE49-F238E27FC236}">
                <a16:creationId xmlns:a16="http://schemas.microsoft.com/office/drawing/2014/main" id="{519421F9-B27A-88A4-1338-115ED8B7B526}"/>
              </a:ext>
            </a:extLst>
          </p:cNvPr>
          <p:cNvSpPr txBox="1"/>
          <p:nvPr/>
        </p:nvSpPr>
        <p:spPr>
          <a:xfrm>
            <a:off x="1471871" y="1064422"/>
            <a:ext cx="2225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noProof="0" dirty="0">
                <a:solidFill>
                  <a:srgbClr val="CC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Experimental data: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1C6C1E9-8386-A199-A612-88AC251D0037}"/>
              </a:ext>
            </a:extLst>
          </p:cNvPr>
          <p:cNvSpPr txBox="1"/>
          <p:nvPr/>
        </p:nvSpPr>
        <p:spPr>
          <a:xfrm>
            <a:off x="1716780" y="1509748"/>
            <a:ext cx="998774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Validation # 2 : </a:t>
            </a:r>
            <a:r>
              <a:rPr lang="en-US" dirty="0"/>
              <a:t>Minor-axis flexural buckling of Q1100 ultra high strength steel welded I-section columns (2024) by Fei Yin and Lu Yang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6771E77-689D-1435-1726-E23A68412B2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716780" y="2237651"/>
            <a:ext cx="3985280" cy="3300154"/>
          </a:xfrm>
          <a:prstGeom prst="rect">
            <a:avLst/>
          </a:prstGeom>
        </p:spPr>
      </p:pic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83B7880F-4B20-4970-B623-75F72809A74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729538152"/>
              </p:ext>
            </p:extLst>
          </p:nvPr>
        </p:nvGraphicFramePr>
        <p:xfrm>
          <a:off x="5783473" y="1928011"/>
          <a:ext cx="5162550" cy="383237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8"/>
          </a:graphicData>
        </a:graphic>
      </p:graphicFrame>
    </p:spTree>
    <p:extLst>
      <p:ext uri="{BB962C8B-B14F-4D97-AF65-F5344CB8AC3E}">
        <p14:creationId xmlns:p14="http://schemas.microsoft.com/office/powerpoint/2010/main" val="176766694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EAA05C-6445-FAF9-7E97-26F3432A97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7">
            <a:extLst>
              <a:ext uri="{FF2B5EF4-FFF2-40B4-BE49-F238E27FC236}">
                <a16:creationId xmlns:a16="http://schemas.microsoft.com/office/drawing/2014/main" id="{F7778F56-8FD4-A53E-FBF1-60B0B25152B3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470" b="15347"/>
          <a:stretch>
            <a:fillRect/>
          </a:stretch>
        </p:blipFill>
        <p:spPr bwMode="auto">
          <a:xfrm>
            <a:off x="0" y="919959"/>
            <a:ext cx="12192000" cy="53887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Rectangle 2">
            <a:extLst>
              <a:ext uri="{FF2B5EF4-FFF2-40B4-BE49-F238E27FC236}">
                <a16:creationId xmlns:a16="http://schemas.microsoft.com/office/drawing/2014/main" id="{B2FC44EE-3DF4-3B29-A927-C10D735FABB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9320" y="221898"/>
            <a:ext cx="11699914" cy="4801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2800" b="1" noProof="0" dirty="0">
                <a:solidFill>
                  <a:srgbClr val="CC0000"/>
                </a:solidFill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1. Design steel column : welded sections</a:t>
            </a:r>
          </a:p>
        </p:txBody>
      </p:sp>
      <p:sp>
        <p:nvSpPr>
          <p:cNvPr id="12" name="Rectangle 6">
            <a:extLst>
              <a:ext uri="{FF2B5EF4-FFF2-40B4-BE49-F238E27FC236}">
                <a16:creationId xmlns:a16="http://schemas.microsoft.com/office/drawing/2014/main" id="{9CED441C-52C9-F027-3000-787D9F41B7B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11154558" y="6396932"/>
            <a:ext cx="881754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>
            <a:lvl1pPr algn="r">
              <a:defRPr sz="1200" smtClean="0">
                <a:latin typeface="Verdana" panose="020B0604030504040204" pitchFamily="34" charset="0"/>
              </a:defRPr>
            </a:lvl1pPr>
          </a:lstStyle>
          <a:p>
            <a:pPr>
              <a:defRPr/>
            </a:pPr>
            <a:r>
              <a:rPr lang="en-US" sz="1400" noProof="0" dirty="0">
                <a:solidFill>
                  <a:schemeClr val="bg2">
                    <a:lumMod val="9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</p:txBody>
      </p:sp>
      <p:cxnSp>
        <p:nvCxnSpPr>
          <p:cNvPr id="15" name="Straight Connector 4">
            <a:extLst>
              <a:ext uri="{FF2B5EF4-FFF2-40B4-BE49-F238E27FC236}">
                <a16:creationId xmlns:a16="http://schemas.microsoft.com/office/drawing/2014/main" id="{D824A125-4B06-C027-CDC4-836884FD22DC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0" y="919959"/>
            <a:ext cx="12192000" cy="0"/>
          </a:xfrm>
          <a:prstGeom prst="line">
            <a:avLst/>
          </a:prstGeom>
          <a:noFill/>
          <a:ln w="15875" algn="ctr">
            <a:solidFill>
              <a:srgbClr val="CC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3" name="Text Box 8">
            <a:extLst>
              <a:ext uri="{FF2B5EF4-FFF2-40B4-BE49-F238E27FC236}">
                <a16:creationId xmlns:a16="http://schemas.microsoft.com/office/drawing/2014/main" id="{D582836B-4A53-CE9E-A662-6FA2D15B646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89817" y="6453188"/>
            <a:ext cx="1257300" cy="184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ctr" anchorCtr="0">
            <a:spAutoFit/>
          </a:bodyPr>
          <a:lstStyle>
            <a:lvl1pPr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en-US" sz="1200" noProof="0" dirty="0">
                <a:latin typeface="Verdana" panose="020B0604030504040204" pitchFamily="34" charset="0"/>
              </a:rPr>
              <a:t>www.ulaval.ca</a:t>
            </a:r>
          </a:p>
        </p:txBody>
      </p:sp>
      <p:pic>
        <p:nvPicPr>
          <p:cNvPr id="14" name="Picture 2">
            <a:extLst>
              <a:ext uri="{FF2B5EF4-FFF2-40B4-BE49-F238E27FC236}">
                <a16:creationId xmlns:a16="http://schemas.microsoft.com/office/drawing/2014/main" id="{912FF055-14B2-D80C-9FAD-9EE61BB30A7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7392" y="6240463"/>
            <a:ext cx="1449388" cy="6016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Espace réservé du pied de page 2">
            <a:extLst>
              <a:ext uri="{FF2B5EF4-FFF2-40B4-BE49-F238E27FC236}">
                <a16:creationId xmlns:a16="http://schemas.microsoft.com/office/drawing/2014/main" id="{1A845D86-6ECD-3588-8A5B-B26BCED9E4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503364" y="6385024"/>
            <a:ext cx="8086381" cy="307777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algn="just"/>
            <a:r>
              <a:rPr lang="en-US" sz="1400" noProof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Aluminum I-Beams - FRQNT, Mar 26, 2025 – </a:t>
            </a:r>
            <a:r>
              <a:rPr lang="en-US" sz="1400" noProof="0" dirty="0">
                <a:solidFill>
                  <a:schemeClr val="tx1"/>
                </a:solidFill>
              </a:rPr>
              <a:t>Kokou ATTIOGBE</a:t>
            </a:r>
            <a:endParaRPr lang="en-US" sz="1400" noProof="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0D4ED682-A0A4-A84F-9019-8E129B354C13}"/>
                  </a:ext>
                </a:extLst>
              </p14:cNvPr>
              <p14:cNvContentPartPr/>
              <p14:nvPr/>
            </p14:nvContentPartPr>
            <p14:xfrm>
              <a:off x="258990" y="2219115"/>
              <a:ext cx="7920" cy="432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0D4ED682-A0A4-A84F-9019-8E129B354C13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252870" y="2212995"/>
                <a:ext cx="20160" cy="16560"/>
              </a:xfrm>
              <a:prstGeom prst="rect">
                <a:avLst/>
              </a:prstGeom>
            </p:spPr>
          </p:pic>
        </mc:Fallback>
      </mc:AlternateContent>
      <p:sp>
        <p:nvSpPr>
          <p:cNvPr id="6" name="TextBox 5">
            <a:extLst>
              <a:ext uri="{FF2B5EF4-FFF2-40B4-BE49-F238E27FC236}">
                <a16:creationId xmlns:a16="http://schemas.microsoft.com/office/drawing/2014/main" id="{519421F9-B27A-88A4-1338-115ED8B7B526}"/>
              </a:ext>
            </a:extLst>
          </p:cNvPr>
          <p:cNvSpPr txBox="1"/>
          <p:nvPr/>
        </p:nvSpPr>
        <p:spPr>
          <a:xfrm>
            <a:off x="1471871" y="1064422"/>
            <a:ext cx="2225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noProof="0" dirty="0">
                <a:solidFill>
                  <a:srgbClr val="CC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Experimental data: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1C6C1E9-8386-A199-A612-88AC251D0037}"/>
              </a:ext>
            </a:extLst>
          </p:cNvPr>
          <p:cNvSpPr txBox="1"/>
          <p:nvPr/>
        </p:nvSpPr>
        <p:spPr>
          <a:xfrm>
            <a:off x="1716780" y="1509748"/>
            <a:ext cx="998774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Validation # 2 : </a:t>
            </a:r>
            <a:r>
              <a:rPr lang="en-US" dirty="0"/>
              <a:t>Minor-axis flexural buckling of Q1100 ultra high strength steel welded I-section columns (2024) by Fei Yin and Lu Yang</a:t>
            </a: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AA4FF2D6-E656-2DB9-BE38-AEF50FD1834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62379091"/>
              </p:ext>
            </p:extLst>
          </p:nvPr>
        </p:nvGraphicFramePr>
        <p:xfrm>
          <a:off x="1716780" y="2300541"/>
          <a:ext cx="7209299" cy="3002280"/>
        </p:xfrm>
        <a:graphic>
          <a:graphicData uri="http://schemas.openxmlformats.org/drawingml/2006/table">
            <a:tbl>
              <a:tblPr bandRow="1">
                <a:tableStyleId>{ED083AE6-46FA-4A59-8FB0-9F97EB10719F}</a:tableStyleId>
              </a:tblPr>
              <a:tblGrid>
                <a:gridCol w="830721">
                  <a:extLst>
                    <a:ext uri="{9D8B030D-6E8A-4147-A177-3AD203B41FA5}">
                      <a16:colId xmlns:a16="http://schemas.microsoft.com/office/drawing/2014/main" val="3250294603"/>
                    </a:ext>
                  </a:extLst>
                </a:gridCol>
                <a:gridCol w="711200">
                  <a:extLst>
                    <a:ext uri="{9D8B030D-6E8A-4147-A177-3AD203B41FA5}">
                      <a16:colId xmlns:a16="http://schemas.microsoft.com/office/drawing/2014/main" val="4217124982"/>
                    </a:ext>
                  </a:extLst>
                </a:gridCol>
                <a:gridCol w="944563">
                  <a:extLst>
                    <a:ext uri="{9D8B030D-6E8A-4147-A177-3AD203B41FA5}">
                      <a16:colId xmlns:a16="http://schemas.microsoft.com/office/drawing/2014/main" val="3014089887"/>
                    </a:ext>
                  </a:extLst>
                </a:gridCol>
                <a:gridCol w="944563">
                  <a:extLst>
                    <a:ext uri="{9D8B030D-6E8A-4147-A177-3AD203B41FA5}">
                      <a16:colId xmlns:a16="http://schemas.microsoft.com/office/drawing/2014/main" val="750815323"/>
                    </a:ext>
                  </a:extLst>
                </a:gridCol>
                <a:gridCol w="944563">
                  <a:extLst>
                    <a:ext uri="{9D8B030D-6E8A-4147-A177-3AD203B41FA5}">
                      <a16:colId xmlns:a16="http://schemas.microsoft.com/office/drawing/2014/main" val="1186292391"/>
                    </a:ext>
                  </a:extLst>
                </a:gridCol>
                <a:gridCol w="944563">
                  <a:extLst>
                    <a:ext uri="{9D8B030D-6E8A-4147-A177-3AD203B41FA5}">
                      <a16:colId xmlns:a16="http://schemas.microsoft.com/office/drawing/2014/main" val="4124234942"/>
                    </a:ext>
                  </a:extLst>
                </a:gridCol>
                <a:gridCol w="944563">
                  <a:extLst>
                    <a:ext uri="{9D8B030D-6E8A-4147-A177-3AD203B41FA5}">
                      <a16:colId xmlns:a16="http://schemas.microsoft.com/office/drawing/2014/main" val="2361331084"/>
                    </a:ext>
                  </a:extLst>
                </a:gridCol>
                <a:gridCol w="944563">
                  <a:extLst>
                    <a:ext uri="{9D8B030D-6E8A-4147-A177-3AD203B41FA5}">
                      <a16:colId xmlns:a16="http://schemas.microsoft.com/office/drawing/2014/main" val="2902412902"/>
                    </a:ext>
                  </a:extLst>
                </a:gridCol>
              </a:tblGrid>
              <a:tr h="238125">
                <a:tc rowSpan="2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u="none" strike="noStrike" dirty="0">
                          <a:effectLst/>
                        </a:rPr>
                        <a:t>49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 rowSpan="2"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Pu_</a:t>
                      </a:r>
                      <a:r>
                        <a:rPr lang="en-US" sz="1600" u="none" strike="noStrike" baseline="-25000">
                          <a:effectLst/>
                        </a:rPr>
                        <a:t>exp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/>
                </a:tc>
                <a:tc gridSpan="3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Pu</a:t>
                      </a:r>
                      <a:r>
                        <a:rPr lang="en-US" sz="1600" u="none" strike="noStrike" baseline="-25000">
                          <a:effectLst/>
                        </a:rPr>
                        <a:t>_EF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Pu</a:t>
                      </a:r>
                      <a:r>
                        <a:rPr lang="en-US" sz="1600" u="none" strike="noStrike" baseline="-25000">
                          <a:effectLst/>
                        </a:rPr>
                        <a:t>_EF</a:t>
                      </a:r>
                      <a:r>
                        <a:rPr lang="en-US" sz="1600" u="none" strike="noStrike">
                          <a:effectLst/>
                        </a:rPr>
                        <a:t>/Pu</a:t>
                      </a:r>
                      <a:r>
                        <a:rPr lang="en-US" sz="1600" u="none" strike="noStrike" baseline="-25000">
                          <a:effectLst/>
                        </a:rPr>
                        <a:t>_exp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89046220"/>
                  </a:ext>
                </a:extLst>
              </a:tr>
              <a:tr h="200025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u="none" strike="noStrike" dirty="0">
                          <a:effectLst/>
                        </a:rPr>
                        <a:t>w0=bf/100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u="none" strike="noStrike" dirty="0">
                          <a:effectLst/>
                        </a:rPr>
                        <a:t>w0=bf/200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w0=bf/300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w0=bf/100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w0=bf/200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w0=bf/300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908591646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C1L1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915.6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912.98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929.97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931.93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1.00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1.02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1.02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4203475358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C1L2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656.33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u="none" strike="noStrike" dirty="0">
                          <a:effectLst/>
                        </a:rPr>
                        <a:t>657.56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669.56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671.97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1.00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1.02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1.02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3128788334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C1L3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u="none" strike="noStrike" dirty="0">
                          <a:effectLst/>
                        </a:rPr>
                        <a:t>345.19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u="none" strike="noStrike" dirty="0">
                          <a:effectLst/>
                        </a:rPr>
                        <a:t>333.86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u="none" strike="noStrike" dirty="0">
                          <a:effectLst/>
                        </a:rPr>
                        <a:t>337.71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338.41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0.97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0.98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0.98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2159593160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C1L4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217.3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207.28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209.47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209.94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0.95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0.96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0.97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1972185083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C2L1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1556.83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1500.83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1547.90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1595.94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0.96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0.99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1.03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4099837309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C2L2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1087.71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1044.19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1075.03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1100.82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0.96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0.99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1.01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3432879761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C2L3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692.05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657.94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691.68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700.41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0.95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1.00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1.01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3607395980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C2L4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483.05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457.28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475.48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479.69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0.95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0.98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0.99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2459307594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Mean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 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 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 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 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0.97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0.99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1.00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1613412529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COV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 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 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 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 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2.01%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1.76%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u="none" strike="noStrike" dirty="0">
                          <a:effectLst/>
                        </a:rPr>
                        <a:t>2.02%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342173908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3423650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EAA05C-6445-FAF9-7E97-26F3432A97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7">
            <a:extLst>
              <a:ext uri="{FF2B5EF4-FFF2-40B4-BE49-F238E27FC236}">
                <a16:creationId xmlns:a16="http://schemas.microsoft.com/office/drawing/2014/main" id="{F7778F56-8FD4-A53E-FBF1-60B0B25152B3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470" b="15347"/>
          <a:stretch>
            <a:fillRect/>
          </a:stretch>
        </p:blipFill>
        <p:spPr bwMode="auto">
          <a:xfrm>
            <a:off x="0" y="919959"/>
            <a:ext cx="12192000" cy="53887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Rectangle 2">
            <a:extLst>
              <a:ext uri="{FF2B5EF4-FFF2-40B4-BE49-F238E27FC236}">
                <a16:creationId xmlns:a16="http://schemas.microsoft.com/office/drawing/2014/main" id="{B2FC44EE-3DF4-3B29-A927-C10D735FABB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9320" y="221898"/>
            <a:ext cx="11699914" cy="4801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2800" b="1" noProof="0" dirty="0">
                <a:solidFill>
                  <a:srgbClr val="CC0000"/>
                </a:solidFill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1. Design steel column : welded sections</a:t>
            </a:r>
          </a:p>
        </p:txBody>
      </p:sp>
      <p:sp>
        <p:nvSpPr>
          <p:cNvPr id="12" name="Rectangle 6">
            <a:extLst>
              <a:ext uri="{FF2B5EF4-FFF2-40B4-BE49-F238E27FC236}">
                <a16:creationId xmlns:a16="http://schemas.microsoft.com/office/drawing/2014/main" id="{9CED441C-52C9-F027-3000-787D9F41B7B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11154558" y="6396932"/>
            <a:ext cx="881754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>
            <a:lvl1pPr algn="r">
              <a:defRPr sz="1200" smtClean="0">
                <a:latin typeface="Verdana" panose="020B0604030504040204" pitchFamily="34" charset="0"/>
              </a:defRPr>
            </a:lvl1pPr>
          </a:lstStyle>
          <a:p>
            <a:pPr>
              <a:defRPr/>
            </a:pPr>
            <a:r>
              <a:rPr lang="en-US" sz="1400" noProof="0" dirty="0">
                <a:solidFill>
                  <a:schemeClr val="bg2">
                    <a:lumMod val="9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</p:txBody>
      </p:sp>
      <p:cxnSp>
        <p:nvCxnSpPr>
          <p:cNvPr id="15" name="Straight Connector 4">
            <a:extLst>
              <a:ext uri="{FF2B5EF4-FFF2-40B4-BE49-F238E27FC236}">
                <a16:creationId xmlns:a16="http://schemas.microsoft.com/office/drawing/2014/main" id="{D824A125-4B06-C027-CDC4-836884FD22DC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0" y="919959"/>
            <a:ext cx="12192000" cy="0"/>
          </a:xfrm>
          <a:prstGeom prst="line">
            <a:avLst/>
          </a:prstGeom>
          <a:noFill/>
          <a:ln w="15875" algn="ctr">
            <a:solidFill>
              <a:srgbClr val="CC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3" name="Text Box 8">
            <a:extLst>
              <a:ext uri="{FF2B5EF4-FFF2-40B4-BE49-F238E27FC236}">
                <a16:creationId xmlns:a16="http://schemas.microsoft.com/office/drawing/2014/main" id="{D582836B-4A53-CE9E-A662-6FA2D15B646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89817" y="6453188"/>
            <a:ext cx="1257300" cy="184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ctr" anchorCtr="0">
            <a:spAutoFit/>
          </a:bodyPr>
          <a:lstStyle>
            <a:lvl1pPr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en-US" sz="1200" noProof="0" dirty="0">
                <a:latin typeface="Verdana" panose="020B0604030504040204" pitchFamily="34" charset="0"/>
              </a:rPr>
              <a:t>www.ulaval.ca</a:t>
            </a:r>
          </a:p>
        </p:txBody>
      </p:sp>
      <p:pic>
        <p:nvPicPr>
          <p:cNvPr id="14" name="Picture 2">
            <a:extLst>
              <a:ext uri="{FF2B5EF4-FFF2-40B4-BE49-F238E27FC236}">
                <a16:creationId xmlns:a16="http://schemas.microsoft.com/office/drawing/2014/main" id="{912FF055-14B2-D80C-9FAD-9EE61BB30A7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7392" y="6240463"/>
            <a:ext cx="1449388" cy="6016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Espace réservé du pied de page 2">
            <a:extLst>
              <a:ext uri="{FF2B5EF4-FFF2-40B4-BE49-F238E27FC236}">
                <a16:creationId xmlns:a16="http://schemas.microsoft.com/office/drawing/2014/main" id="{1A845D86-6ECD-3588-8A5B-B26BCED9E4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503364" y="6385024"/>
            <a:ext cx="8086381" cy="307777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algn="just"/>
            <a:r>
              <a:rPr lang="en-US" sz="1400" noProof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Aluminum I-Beams - FRQNT, Mar 26, 2025 – </a:t>
            </a:r>
            <a:r>
              <a:rPr lang="en-US" sz="1400" noProof="0" dirty="0">
                <a:solidFill>
                  <a:schemeClr val="tx1"/>
                </a:solidFill>
              </a:rPr>
              <a:t>Kokou ATTIOGBE</a:t>
            </a:r>
            <a:endParaRPr lang="en-US" sz="1400" noProof="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0D4ED682-A0A4-A84F-9019-8E129B354C13}"/>
                  </a:ext>
                </a:extLst>
              </p14:cNvPr>
              <p14:cNvContentPartPr/>
              <p14:nvPr/>
            </p14:nvContentPartPr>
            <p14:xfrm>
              <a:off x="258990" y="2219115"/>
              <a:ext cx="7920" cy="432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0D4ED682-A0A4-A84F-9019-8E129B354C13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252870" y="2212995"/>
                <a:ext cx="20160" cy="16560"/>
              </a:xfrm>
              <a:prstGeom prst="rect">
                <a:avLst/>
              </a:prstGeom>
            </p:spPr>
          </p:pic>
        </mc:Fallback>
      </mc:AlternateContent>
      <p:sp>
        <p:nvSpPr>
          <p:cNvPr id="6" name="TextBox 5">
            <a:extLst>
              <a:ext uri="{FF2B5EF4-FFF2-40B4-BE49-F238E27FC236}">
                <a16:creationId xmlns:a16="http://schemas.microsoft.com/office/drawing/2014/main" id="{519421F9-B27A-88A4-1338-115ED8B7B526}"/>
              </a:ext>
            </a:extLst>
          </p:cNvPr>
          <p:cNvSpPr txBox="1"/>
          <p:nvPr/>
        </p:nvSpPr>
        <p:spPr>
          <a:xfrm>
            <a:off x="1471871" y="1064422"/>
            <a:ext cx="2225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noProof="0" dirty="0">
                <a:solidFill>
                  <a:srgbClr val="CC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Experimental data: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55481C3-5D7C-0A1E-CDF3-582691DA81B5}"/>
              </a:ext>
            </a:extLst>
          </p:cNvPr>
          <p:cNvSpPr txBox="1"/>
          <p:nvPr/>
        </p:nvSpPr>
        <p:spPr>
          <a:xfrm>
            <a:off x="1716780" y="1509748"/>
            <a:ext cx="998774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Validation # 3 : </a:t>
            </a:r>
            <a:r>
              <a:rPr lang="en-US" dirty="0"/>
              <a:t>Behavior and design of Q1100 ultra-high strength steel welded I-section beam-columns (2026) by Yang Lu and Fei Yin 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418BC43-6412-5A40-B8CB-669BD2C91CB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868277" y="2405027"/>
            <a:ext cx="8382000" cy="2943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416630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EAA05C-6445-FAF9-7E97-26F3432A97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7">
            <a:extLst>
              <a:ext uri="{FF2B5EF4-FFF2-40B4-BE49-F238E27FC236}">
                <a16:creationId xmlns:a16="http://schemas.microsoft.com/office/drawing/2014/main" id="{F7778F56-8FD4-A53E-FBF1-60B0B25152B3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470" b="15347"/>
          <a:stretch>
            <a:fillRect/>
          </a:stretch>
        </p:blipFill>
        <p:spPr bwMode="auto">
          <a:xfrm>
            <a:off x="0" y="919959"/>
            <a:ext cx="12192000" cy="53887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Rectangle 2">
            <a:extLst>
              <a:ext uri="{FF2B5EF4-FFF2-40B4-BE49-F238E27FC236}">
                <a16:creationId xmlns:a16="http://schemas.microsoft.com/office/drawing/2014/main" id="{B2FC44EE-3DF4-3B29-A927-C10D735FABB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9320" y="221898"/>
            <a:ext cx="11699914" cy="4801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2800" b="1" noProof="0" dirty="0">
                <a:solidFill>
                  <a:srgbClr val="CC0000"/>
                </a:solidFill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1. Design steel column : welded sections</a:t>
            </a:r>
          </a:p>
        </p:txBody>
      </p:sp>
      <p:sp>
        <p:nvSpPr>
          <p:cNvPr id="12" name="Rectangle 6">
            <a:extLst>
              <a:ext uri="{FF2B5EF4-FFF2-40B4-BE49-F238E27FC236}">
                <a16:creationId xmlns:a16="http://schemas.microsoft.com/office/drawing/2014/main" id="{9CED441C-52C9-F027-3000-787D9F41B7B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11154558" y="6396932"/>
            <a:ext cx="881754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>
            <a:lvl1pPr algn="r">
              <a:defRPr sz="1200" smtClean="0">
                <a:latin typeface="Verdana" panose="020B0604030504040204" pitchFamily="34" charset="0"/>
              </a:defRPr>
            </a:lvl1pPr>
          </a:lstStyle>
          <a:p>
            <a:pPr>
              <a:defRPr/>
            </a:pPr>
            <a:r>
              <a:rPr lang="en-US" sz="1400" noProof="0" dirty="0">
                <a:solidFill>
                  <a:schemeClr val="bg2">
                    <a:lumMod val="9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</p:txBody>
      </p:sp>
      <p:cxnSp>
        <p:nvCxnSpPr>
          <p:cNvPr id="15" name="Straight Connector 4">
            <a:extLst>
              <a:ext uri="{FF2B5EF4-FFF2-40B4-BE49-F238E27FC236}">
                <a16:creationId xmlns:a16="http://schemas.microsoft.com/office/drawing/2014/main" id="{D824A125-4B06-C027-CDC4-836884FD22DC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0" y="919959"/>
            <a:ext cx="12192000" cy="0"/>
          </a:xfrm>
          <a:prstGeom prst="line">
            <a:avLst/>
          </a:prstGeom>
          <a:noFill/>
          <a:ln w="15875" algn="ctr">
            <a:solidFill>
              <a:srgbClr val="CC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3" name="Text Box 8">
            <a:extLst>
              <a:ext uri="{FF2B5EF4-FFF2-40B4-BE49-F238E27FC236}">
                <a16:creationId xmlns:a16="http://schemas.microsoft.com/office/drawing/2014/main" id="{D582836B-4A53-CE9E-A662-6FA2D15B646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89817" y="6453188"/>
            <a:ext cx="1257300" cy="184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ctr" anchorCtr="0">
            <a:spAutoFit/>
          </a:bodyPr>
          <a:lstStyle>
            <a:lvl1pPr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en-US" sz="1200" noProof="0" dirty="0">
                <a:latin typeface="Verdana" panose="020B0604030504040204" pitchFamily="34" charset="0"/>
              </a:rPr>
              <a:t>www.ulaval.ca</a:t>
            </a:r>
          </a:p>
        </p:txBody>
      </p:sp>
      <p:pic>
        <p:nvPicPr>
          <p:cNvPr id="14" name="Picture 2">
            <a:extLst>
              <a:ext uri="{FF2B5EF4-FFF2-40B4-BE49-F238E27FC236}">
                <a16:creationId xmlns:a16="http://schemas.microsoft.com/office/drawing/2014/main" id="{912FF055-14B2-D80C-9FAD-9EE61BB30A7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7392" y="6240463"/>
            <a:ext cx="1449388" cy="6016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Espace réservé du pied de page 2">
            <a:extLst>
              <a:ext uri="{FF2B5EF4-FFF2-40B4-BE49-F238E27FC236}">
                <a16:creationId xmlns:a16="http://schemas.microsoft.com/office/drawing/2014/main" id="{1A845D86-6ECD-3588-8A5B-B26BCED9E4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503364" y="6385024"/>
            <a:ext cx="8086381" cy="307777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algn="just"/>
            <a:r>
              <a:rPr lang="en-US" sz="1400" noProof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Aluminum I-Beams - FRQNT, Mar 26, 2025 – </a:t>
            </a:r>
            <a:r>
              <a:rPr lang="en-US" sz="1400" noProof="0" dirty="0">
                <a:solidFill>
                  <a:schemeClr val="tx1"/>
                </a:solidFill>
              </a:rPr>
              <a:t>Kokou ATTIOGBE</a:t>
            </a:r>
            <a:endParaRPr lang="en-US" sz="1400" noProof="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0D4ED682-A0A4-A84F-9019-8E129B354C13}"/>
                  </a:ext>
                </a:extLst>
              </p14:cNvPr>
              <p14:cNvContentPartPr/>
              <p14:nvPr/>
            </p14:nvContentPartPr>
            <p14:xfrm>
              <a:off x="258990" y="2219115"/>
              <a:ext cx="7920" cy="432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0D4ED682-A0A4-A84F-9019-8E129B354C13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252870" y="2212995"/>
                <a:ext cx="20160" cy="16560"/>
              </a:xfrm>
              <a:prstGeom prst="rect">
                <a:avLst/>
              </a:prstGeom>
            </p:spPr>
          </p:pic>
        </mc:Fallback>
      </mc:AlternateContent>
      <p:sp>
        <p:nvSpPr>
          <p:cNvPr id="6" name="TextBox 5">
            <a:extLst>
              <a:ext uri="{FF2B5EF4-FFF2-40B4-BE49-F238E27FC236}">
                <a16:creationId xmlns:a16="http://schemas.microsoft.com/office/drawing/2014/main" id="{519421F9-B27A-88A4-1338-115ED8B7B526}"/>
              </a:ext>
            </a:extLst>
          </p:cNvPr>
          <p:cNvSpPr txBox="1"/>
          <p:nvPr/>
        </p:nvSpPr>
        <p:spPr>
          <a:xfrm>
            <a:off x="1471871" y="1064422"/>
            <a:ext cx="2225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noProof="0" dirty="0">
                <a:solidFill>
                  <a:srgbClr val="CC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Experimental data: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1C6C1E9-8386-A199-A612-88AC251D0037}"/>
              </a:ext>
            </a:extLst>
          </p:cNvPr>
          <p:cNvSpPr txBox="1"/>
          <p:nvPr/>
        </p:nvSpPr>
        <p:spPr>
          <a:xfrm>
            <a:off x="1716780" y="1509748"/>
            <a:ext cx="998774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Validation # 3 : </a:t>
            </a:r>
            <a:r>
              <a:rPr lang="en-US" dirty="0"/>
              <a:t>Behavior and design of Q1100 ultra-high strength steel welded I-section beam-columns (2026) by Lu Yang and Fei Yin </a:t>
            </a:r>
          </a:p>
        </p:txBody>
      </p:sp>
      <p:pic>
        <p:nvPicPr>
          <p:cNvPr id="17" name="Picture 16" descr="A diagram of a diagram&#10;&#10;AI-generated content may be incorrect.">
            <a:extLst>
              <a:ext uri="{FF2B5EF4-FFF2-40B4-BE49-F238E27FC236}">
                <a16:creationId xmlns:a16="http://schemas.microsoft.com/office/drawing/2014/main" id="{FA7261CF-7539-6753-CD86-A4BE557EA29F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65790" y="2360306"/>
            <a:ext cx="4207480" cy="309047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056ED26-A983-6056-99D3-91EB300A6621}"/>
              </a:ext>
            </a:extLst>
          </p:cNvPr>
          <p:cNvSpPr txBox="1"/>
          <p:nvPr/>
        </p:nvSpPr>
        <p:spPr>
          <a:xfrm>
            <a:off x="1491115" y="5550029"/>
            <a:ext cx="998774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Validation # 3 : </a:t>
            </a:r>
            <a:r>
              <a:rPr lang="en-US" dirty="0"/>
              <a:t>Minor-axis flexural buckling of Q1100 ultra high strength steel welded I-section columns (2024) by Fei Yin and Lu Yang</a:t>
            </a:r>
          </a:p>
        </p:txBody>
      </p:sp>
    </p:spTree>
    <p:extLst>
      <p:ext uri="{BB962C8B-B14F-4D97-AF65-F5344CB8AC3E}">
        <p14:creationId xmlns:p14="http://schemas.microsoft.com/office/powerpoint/2010/main" val="125299548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EAA05C-6445-FAF9-7E97-26F3432A97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7">
            <a:extLst>
              <a:ext uri="{FF2B5EF4-FFF2-40B4-BE49-F238E27FC236}">
                <a16:creationId xmlns:a16="http://schemas.microsoft.com/office/drawing/2014/main" id="{F7778F56-8FD4-A53E-FBF1-60B0B25152B3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470" b="15347"/>
          <a:stretch>
            <a:fillRect/>
          </a:stretch>
        </p:blipFill>
        <p:spPr bwMode="auto">
          <a:xfrm>
            <a:off x="0" y="919959"/>
            <a:ext cx="12192000" cy="53887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Rectangle 2">
            <a:extLst>
              <a:ext uri="{FF2B5EF4-FFF2-40B4-BE49-F238E27FC236}">
                <a16:creationId xmlns:a16="http://schemas.microsoft.com/office/drawing/2014/main" id="{B2FC44EE-3DF4-3B29-A927-C10D735FABB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9320" y="221898"/>
            <a:ext cx="11699914" cy="4801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2800" b="1" noProof="0" dirty="0">
                <a:solidFill>
                  <a:srgbClr val="CC0000"/>
                </a:solidFill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1. Design steel column : welded sections</a:t>
            </a:r>
          </a:p>
        </p:txBody>
      </p:sp>
      <p:sp>
        <p:nvSpPr>
          <p:cNvPr id="12" name="Rectangle 6">
            <a:extLst>
              <a:ext uri="{FF2B5EF4-FFF2-40B4-BE49-F238E27FC236}">
                <a16:creationId xmlns:a16="http://schemas.microsoft.com/office/drawing/2014/main" id="{9CED441C-52C9-F027-3000-787D9F41B7B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11154558" y="6396932"/>
            <a:ext cx="881754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>
            <a:lvl1pPr algn="r">
              <a:defRPr sz="1200" smtClean="0">
                <a:latin typeface="Verdana" panose="020B0604030504040204" pitchFamily="34" charset="0"/>
              </a:defRPr>
            </a:lvl1pPr>
          </a:lstStyle>
          <a:p>
            <a:pPr>
              <a:defRPr/>
            </a:pPr>
            <a:r>
              <a:rPr lang="en-US" sz="1400" noProof="0" dirty="0">
                <a:solidFill>
                  <a:schemeClr val="bg2">
                    <a:lumMod val="9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</p:txBody>
      </p:sp>
      <p:cxnSp>
        <p:nvCxnSpPr>
          <p:cNvPr id="15" name="Straight Connector 4">
            <a:extLst>
              <a:ext uri="{FF2B5EF4-FFF2-40B4-BE49-F238E27FC236}">
                <a16:creationId xmlns:a16="http://schemas.microsoft.com/office/drawing/2014/main" id="{D824A125-4B06-C027-CDC4-836884FD22DC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0" y="919959"/>
            <a:ext cx="12192000" cy="0"/>
          </a:xfrm>
          <a:prstGeom prst="line">
            <a:avLst/>
          </a:prstGeom>
          <a:noFill/>
          <a:ln w="15875" algn="ctr">
            <a:solidFill>
              <a:srgbClr val="CC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3" name="Text Box 8">
            <a:extLst>
              <a:ext uri="{FF2B5EF4-FFF2-40B4-BE49-F238E27FC236}">
                <a16:creationId xmlns:a16="http://schemas.microsoft.com/office/drawing/2014/main" id="{D582836B-4A53-CE9E-A662-6FA2D15B646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89817" y="6453188"/>
            <a:ext cx="1257300" cy="184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ctr" anchorCtr="0">
            <a:spAutoFit/>
          </a:bodyPr>
          <a:lstStyle>
            <a:lvl1pPr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en-US" sz="1200" noProof="0" dirty="0">
                <a:latin typeface="Verdana" panose="020B0604030504040204" pitchFamily="34" charset="0"/>
              </a:rPr>
              <a:t>www.ulaval.ca</a:t>
            </a:r>
          </a:p>
        </p:txBody>
      </p:sp>
      <p:pic>
        <p:nvPicPr>
          <p:cNvPr id="14" name="Picture 2">
            <a:extLst>
              <a:ext uri="{FF2B5EF4-FFF2-40B4-BE49-F238E27FC236}">
                <a16:creationId xmlns:a16="http://schemas.microsoft.com/office/drawing/2014/main" id="{912FF055-14B2-D80C-9FAD-9EE61BB30A7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7392" y="6240463"/>
            <a:ext cx="1449388" cy="6016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Espace réservé du pied de page 2">
            <a:extLst>
              <a:ext uri="{FF2B5EF4-FFF2-40B4-BE49-F238E27FC236}">
                <a16:creationId xmlns:a16="http://schemas.microsoft.com/office/drawing/2014/main" id="{1A845D86-6ECD-3588-8A5B-B26BCED9E4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503364" y="6385024"/>
            <a:ext cx="8086381" cy="307777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algn="just"/>
            <a:r>
              <a:rPr lang="en-US" sz="1400" noProof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Aluminum I-Beams - FRQNT, Mar 26, 2025 – </a:t>
            </a:r>
            <a:r>
              <a:rPr lang="en-US" sz="1400" noProof="0" dirty="0">
                <a:solidFill>
                  <a:schemeClr val="tx1"/>
                </a:solidFill>
              </a:rPr>
              <a:t>Kokou ATTIOGBE</a:t>
            </a:r>
            <a:endParaRPr lang="en-US" sz="1400" noProof="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0D4ED682-A0A4-A84F-9019-8E129B354C13}"/>
                  </a:ext>
                </a:extLst>
              </p14:cNvPr>
              <p14:cNvContentPartPr/>
              <p14:nvPr/>
            </p14:nvContentPartPr>
            <p14:xfrm>
              <a:off x="258990" y="2219115"/>
              <a:ext cx="7920" cy="432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0D4ED682-A0A4-A84F-9019-8E129B354C13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252870" y="2212995"/>
                <a:ext cx="20160" cy="16560"/>
              </a:xfrm>
              <a:prstGeom prst="rect">
                <a:avLst/>
              </a:prstGeom>
            </p:spPr>
          </p:pic>
        </mc:Fallback>
      </mc:AlternateContent>
      <p:sp>
        <p:nvSpPr>
          <p:cNvPr id="6" name="TextBox 5">
            <a:extLst>
              <a:ext uri="{FF2B5EF4-FFF2-40B4-BE49-F238E27FC236}">
                <a16:creationId xmlns:a16="http://schemas.microsoft.com/office/drawing/2014/main" id="{519421F9-B27A-88A4-1338-115ED8B7B526}"/>
              </a:ext>
            </a:extLst>
          </p:cNvPr>
          <p:cNvSpPr txBox="1"/>
          <p:nvPr/>
        </p:nvSpPr>
        <p:spPr>
          <a:xfrm>
            <a:off x="1471871" y="1064422"/>
            <a:ext cx="2225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noProof="0" dirty="0">
                <a:solidFill>
                  <a:srgbClr val="CC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Experimental data: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1C6C1E9-8386-A199-A612-88AC251D0037}"/>
              </a:ext>
            </a:extLst>
          </p:cNvPr>
          <p:cNvSpPr txBox="1"/>
          <p:nvPr/>
        </p:nvSpPr>
        <p:spPr>
          <a:xfrm>
            <a:off x="1716780" y="1509748"/>
            <a:ext cx="998774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Validation # 3 : </a:t>
            </a:r>
            <a:r>
              <a:rPr lang="en-US" dirty="0"/>
              <a:t>Behavior and design of Q1100 ultra-high strength steel welded I-section beam-columns (2026) by Lu Yang and Fei Yin </a:t>
            </a:r>
          </a:p>
        </p:txBody>
      </p:sp>
      <p:pic>
        <p:nvPicPr>
          <p:cNvPr id="9" name="Picture 8" descr="A diagram of a person with a red line&#10;&#10;AI-generated content may be incorrect.">
            <a:extLst>
              <a:ext uri="{FF2B5EF4-FFF2-40B4-BE49-F238E27FC236}">
                <a16:creationId xmlns:a16="http://schemas.microsoft.com/office/drawing/2014/main" id="{2C8A69AC-8F78-2ADB-3CB9-9B5F0266B6E1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0077" y="2479911"/>
            <a:ext cx="4144441" cy="32007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029288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EAA05C-6445-FAF9-7E97-26F3432A97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7">
            <a:extLst>
              <a:ext uri="{FF2B5EF4-FFF2-40B4-BE49-F238E27FC236}">
                <a16:creationId xmlns:a16="http://schemas.microsoft.com/office/drawing/2014/main" id="{F7778F56-8FD4-A53E-FBF1-60B0B25152B3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470" b="15347"/>
          <a:stretch>
            <a:fillRect/>
          </a:stretch>
        </p:blipFill>
        <p:spPr bwMode="auto">
          <a:xfrm>
            <a:off x="0" y="919959"/>
            <a:ext cx="12192000" cy="53887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Rectangle 2">
            <a:extLst>
              <a:ext uri="{FF2B5EF4-FFF2-40B4-BE49-F238E27FC236}">
                <a16:creationId xmlns:a16="http://schemas.microsoft.com/office/drawing/2014/main" id="{B2FC44EE-3DF4-3B29-A927-C10D735FABB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9320" y="221898"/>
            <a:ext cx="11699914" cy="4801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2800" b="1" noProof="0" dirty="0">
                <a:solidFill>
                  <a:srgbClr val="CC0000"/>
                </a:solidFill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1. Design steel column : welded sections</a:t>
            </a:r>
          </a:p>
        </p:txBody>
      </p:sp>
      <p:sp>
        <p:nvSpPr>
          <p:cNvPr id="12" name="Rectangle 6">
            <a:extLst>
              <a:ext uri="{FF2B5EF4-FFF2-40B4-BE49-F238E27FC236}">
                <a16:creationId xmlns:a16="http://schemas.microsoft.com/office/drawing/2014/main" id="{9CED441C-52C9-F027-3000-787D9F41B7B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11154558" y="6396932"/>
            <a:ext cx="881754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>
            <a:lvl1pPr algn="r">
              <a:defRPr sz="1200" smtClean="0">
                <a:latin typeface="Verdana" panose="020B0604030504040204" pitchFamily="34" charset="0"/>
              </a:defRPr>
            </a:lvl1pPr>
          </a:lstStyle>
          <a:p>
            <a:pPr>
              <a:defRPr/>
            </a:pPr>
            <a:r>
              <a:rPr lang="en-US" sz="1400" noProof="0" dirty="0">
                <a:solidFill>
                  <a:schemeClr val="bg2">
                    <a:lumMod val="9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</p:txBody>
      </p:sp>
      <p:cxnSp>
        <p:nvCxnSpPr>
          <p:cNvPr id="15" name="Straight Connector 4">
            <a:extLst>
              <a:ext uri="{FF2B5EF4-FFF2-40B4-BE49-F238E27FC236}">
                <a16:creationId xmlns:a16="http://schemas.microsoft.com/office/drawing/2014/main" id="{D824A125-4B06-C027-CDC4-836884FD22DC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0" y="919959"/>
            <a:ext cx="12192000" cy="0"/>
          </a:xfrm>
          <a:prstGeom prst="line">
            <a:avLst/>
          </a:prstGeom>
          <a:noFill/>
          <a:ln w="15875" algn="ctr">
            <a:solidFill>
              <a:srgbClr val="CC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3" name="Text Box 8">
            <a:extLst>
              <a:ext uri="{FF2B5EF4-FFF2-40B4-BE49-F238E27FC236}">
                <a16:creationId xmlns:a16="http://schemas.microsoft.com/office/drawing/2014/main" id="{D582836B-4A53-CE9E-A662-6FA2D15B646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89817" y="6453188"/>
            <a:ext cx="1257300" cy="184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ctr" anchorCtr="0">
            <a:spAutoFit/>
          </a:bodyPr>
          <a:lstStyle>
            <a:lvl1pPr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en-US" sz="1200" noProof="0" dirty="0">
                <a:latin typeface="Verdana" panose="020B0604030504040204" pitchFamily="34" charset="0"/>
              </a:rPr>
              <a:t>www.ulaval.ca</a:t>
            </a:r>
          </a:p>
        </p:txBody>
      </p:sp>
      <p:pic>
        <p:nvPicPr>
          <p:cNvPr id="14" name="Picture 2">
            <a:extLst>
              <a:ext uri="{FF2B5EF4-FFF2-40B4-BE49-F238E27FC236}">
                <a16:creationId xmlns:a16="http://schemas.microsoft.com/office/drawing/2014/main" id="{912FF055-14B2-D80C-9FAD-9EE61BB30A7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7392" y="6240463"/>
            <a:ext cx="1449388" cy="6016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Espace réservé du pied de page 2">
            <a:extLst>
              <a:ext uri="{FF2B5EF4-FFF2-40B4-BE49-F238E27FC236}">
                <a16:creationId xmlns:a16="http://schemas.microsoft.com/office/drawing/2014/main" id="{1A845D86-6ECD-3588-8A5B-B26BCED9E4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503364" y="6385024"/>
            <a:ext cx="8086381" cy="307777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algn="just"/>
            <a:r>
              <a:rPr lang="en-US" sz="1400" noProof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Aluminum I-Beams - FRQNT, Mar 26, 2025 – </a:t>
            </a:r>
            <a:r>
              <a:rPr lang="en-US" sz="1400" noProof="0" dirty="0">
                <a:solidFill>
                  <a:schemeClr val="tx1"/>
                </a:solidFill>
              </a:rPr>
              <a:t>Kokou ATTIOGBE</a:t>
            </a:r>
            <a:endParaRPr lang="en-US" sz="1400" noProof="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0D4ED682-A0A4-A84F-9019-8E129B354C13}"/>
                  </a:ext>
                </a:extLst>
              </p14:cNvPr>
              <p14:cNvContentPartPr/>
              <p14:nvPr/>
            </p14:nvContentPartPr>
            <p14:xfrm>
              <a:off x="258990" y="2219115"/>
              <a:ext cx="7920" cy="432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0D4ED682-A0A4-A84F-9019-8E129B354C13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252870" y="2212995"/>
                <a:ext cx="20160" cy="16560"/>
              </a:xfrm>
              <a:prstGeom prst="rect">
                <a:avLst/>
              </a:prstGeom>
            </p:spPr>
          </p:pic>
        </mc:Fallback>
      </mc:AlternateContent>
      <p:sp>
        <p:nvSpPr>
          <p:cNvPr id="6" name="TextBox 5">
            <a:extLst>
              <a:ext uri="{FF2B5EF4-FFF2-40B4-BE49-F238E27FC236}">
                <a16:creationId xmlns:a16="http://schemas.microsoft.com/office/drawing/2014/main" id="{519421F9-B27A-88A4-1338-115ED8B7B526}"/>
              </a:ext>
            </a:extLst>
          </p:cNvPr>
          <p:cNvSpPr txBox="1"/>
          <p:nvPr/>
        </p:nvSpPr>
        <p:spPr>
          <a:xfrm>
            <a:off x="1471871" y="1064422"/>
            <a:ext cx="2225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noProof="0" dirty="0">
                <a:solidFill>
                  <a:srgbClr val="CC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Experimental data: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1C6C1E9-8386-A199-A612-88AC251D0037}"/>
              </a:ext>
            </a:extLst>
          </p:cNvPr>
          <p:cNvSpPr txBox="1"/>
          <p:nvPr/>
        </p:nvSpPr>
        <p:spPr>
          <a:xfrm>
            <a:off x="1716780" y="1509748"/>
            <a:ext cx="998774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Validation # 3 : </a:t>
            </a:r>
            <a:r>
              <a:rPr lang="en-US" dirty="0"/>
              <a:t>Behavior and design of Q1100 ultra-high strength steel welded I-section beam-columns (2026) by Lu Yang and Fei Yin </a:t>
            </a: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A66D1DB6-1FCB-962D-8083-F8D9C97D381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92332999"/>
              </p:ext>
            </p:extLst>
          </p:nvPr>
        </p:nvGraphicFramePr>
        <p:xfrm>
          <a:off x="2000605" y="2219115"/>
          <a:ext cx="7902520" cy="3087375"/>
        </p:xfrm>
        <a:graphic>
          <a:graphicData uri="http://schemas.openxmlformats.org/drawingml/2006/table">
            <a:tbl>
              <a:tblPr bandRow="1">
                <a:tableStyleId>{00A15C55-8517-42AA-B614-E9B94910E393}</a:tableStyleId>
              </a:tblPr>
              <a:tblGrid>
                <a:gridCol w="912926">
                  <a:extLst>
                    <a:ext uri="{9D8B030D-6E8A-4147-A177-3AD203B41FA5}">
                      <a16:colId xmlns:a16="http://schemas.microsoft.com/office/drawing/2014/main" val="3033671221"/>
                    </a:ext>
                  </a:extLst>
                </a:gridCol>
                <a:gridCol w="912926">
                  <a:extLst>
                    <a:ext uri="{9D8B030D-6E8A-4147-A177-3AD203B41FA5}">
                      <a16:colId xmlns:a16="http://schemas.microsoft.com/office/drawing/2014/main" val="2200356952"/>
                    </a:ext>
                  </a:extLst>
                </a:gridCol>
                <a:gridCol w="1012778">
                  <a:extLst>
                    <a:ext uri="{9D8B030D-6E8A-4147-A177-3AD203B41FA5}">
                      <a16:colId xmlns:a16="http://schemas.microsoft.com/office/drawing/2014/main" val="2141891082"/>
                    </a:ext>
                  </a:extLst>
                </a:gridCol>
                <a:gridCol w="1012778">
                  <a:extLst>
                    <a:ext uri="{9D8B030D-6E8A-4147-A177-3AD203B41FA5}">
                      <a16:colId xmlns:a16="http://schemas.microsoft.com/office/drawing/2014/main" val="151055391"/>
                    </a:ext>
                  </a:extLst>
                </a:gridCol>
                <a:gridCol w="1012778">
                  <a:extLst>
                    <a:ext uri="{9D8B030D-6E8A-4147-A177-3AD203B41FA5}">
                      <a16:colId xmlns:a16="http://schemas.microsoft.com/office/drawing/2014/main" val="4231343346"/>
                    </a:ext>
                  </a:extLst>
                </a:gridCol>
                <a:gridCol w="1012778">
                  <a:extLst>
                    <a:ext uri="{9D8B030D-6E8A-4147-A177-3AD203B41FA5}">
                      <a16:colId xmlns:a16="http://schemas.microsoft.com/office/drawing/2014/main" val="4177913084"/>
                    </a:ext>
                  </a:extLst>
                </a:gridCol>
                <a:gridCol w="1012778">
                  <a:extLst>
                    <a:ext uri="{9D8B030D-6E8A-4147-A177-3AD203B41FA5}">
                      <a16:colId xmlns:a16="http://schemas.microsoft.com/office/drawing/2014/main" val="2821394263"/>
                    </a:ext>
                  </a:extLst>
                </a:gridCol>
                <a:gridCol w="1012778">
                  <a:extLst>
                    <a:ext uri="{9D8B030D-6E8A-4147-A177-3AD203B41FA5}">
                      <a16:colId xmlns:a16="http://schemas.microsoft.com/office/drawing/2014/main" val="3909986357"/>
                    </a:ext>
                  </a:extLst>
                </a:gridCol>
              </a:tblGrid>
              <a:tr h="28163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 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Pu_</a:t>
                      </a:r>
                      <a:r>
                        <a:rPr lang="en-US" sz="1600" u="none" strike="noStrike" baseline="-25000">
                          <a:effectLst/>
                        </a:rPr>
                        <a:t>exp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/>
                </a:tc>
                <a:tc gridSpan="3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Pu</a:t>
                      </a:r>
                      <a:r>
                        <a:rPr lang="en-US" sz="1600" u="none" strike="noStrike" baseline="-25000">
                          <a:effectLst/>
                        </a:rPr>
                        <a:t>_EF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Pu</a:t>
                      </a:r>
                      <a:r>
                        <a:rPr lang="en-US" sz="1600" u="none" strike="noStrike" baseline="-25000">
                          <a:effectLst/>
                        </a:rPr>
                        <a:t>_EF</a:t>
                      </a:r>
                      <a:r>
                        <a:rPr lang="en-US" sz="1600" u="none" strike="noStrike">
                          <a:effectLst/>
                        </a:rPr>
                        <a:t>/Pu</a:t>
                      </a:r>
                      <a:r>
                        <a:rPr lang="en-US" sz="1600" u="none" strike="noStrike" baseline="-25000">
                          <a:effectLst/>
                        </a:rPr>
                        <a:t>_exp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24551489"/>
                  </a:ext>
                </a:extLst>
              </a:tr>
              <a:tr h="55267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u="none" strike="noStrike" dirty="0">
                          <a:effectLst/>
                        </a:rPr>
                        <a:t> 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 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u="none" strike="noStrike" dirty="0">
                          <a:effectLst/>
                        </a:rPr>
                        <a:t>w0=b/100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w0=b/200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w0=b/300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w0=b/100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w0=b/200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w0=b/300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335150408"/>
                  </a:ext>
                </a:extLst>
              </a:tr>
              <a:tr h="28163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C1E10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268.48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269.76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272.40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272.85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1.00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1.01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1.02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940275954"/>
                  </a:ext>
                </a:extLst>
              </a:tr>
              <a:tr h="28163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C1E30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202.03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u="none" strike="noStrike" dirty="0">
                          <a:effectLst/>
                        </a:rPr>
                        <a:t>204.56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206.13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206.38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1.01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1.02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1.02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122084438"/>
                  </a:ext>
                </a:extLst>
              </a:tr>
              <a:tr h="28163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C1E60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134.85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156.02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157.14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157.30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u="none" strike="noStrike" dirty="0">
                          <a:effectLst/>
                        </a:rPr>
                        <a:t>1.16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1.17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1.17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292920934"/>
                  </a:ext>
                </a:extLst>
              </a:tr>
              <a:tr h="28163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C2E10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743.99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692.09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733.79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747.82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u="none" strike="noStrike" dirty="0">
                          <a:effectLst/>
                        </a:rPr>
                        <a:t>0.93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0.99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1.01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278885304"/>
                  </a:ext>
                </a:extLst>
              </a:tr>
              <a:tr h="28163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C2E30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543.96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504.78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531.07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541.13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u="none" strike="noStrike" dirty="0">
                          <a:effectLst/>
                        </a:rPr>
                        <a:t>0.93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0.98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0.99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962094719"/>
                  </a:ext>
                </a:extLst>
              </a:tr>
              <a:tr h="28163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C2E80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327.29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308.77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322.41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328.26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u="none" strike="noStrike" dirty="0">
                          <a:effectLst/>
                        </a:rPr>
                        <a:t>0.94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0.99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1.00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747227569"/>
                  </a:ext>
                </a:extLst>
              </a:tr>
              <a:tr h="28163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Mean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 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 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 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 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1.00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1.02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1.03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742521285"/>
                  </a:ext>
                </a:extLst>
              </a:tr>
              <a:tr h="28163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COV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 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 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 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 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u="none" strike="noStrike" dirty="0">
                          <a:effectLst/>
                        </a:rPr>
                        <a:t>7.99%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6.33%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u="none" strike="noStrike" dirty="0">
                          <a:effectLst/>
                        </a:rPr>
                        <a:t>5.77%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42745675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8019034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C57995-BF92-A92E-D812-E744E9B4E0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7">
            <a:extLst>
              <a:ext uri="{FF2B5EF4-FFF2-40B4-BE49-F238E27FC236}">
                <a16:creationId xmlns:a16="http://schemas.microsoft.com/office/drawing/2014/main" id="{B8CFFFD1-89A3-9B5B-B679-EF09A47FEA2B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470" b="15347"/>
          <a:stretch>
            <a:fillRect/>
          </a:stretch>
        </p:blipFill>
        <p:spPr bwMode="auto">
          <a:xfrm>
            <a:off x="0" y="919959"/>
            <a:ext cx="12192000" cy="53887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Rectangle 2">
            <a:extLst>
              <a:ext uri="{FF2B5EF4-FFF2-40B4-BE49-F238E27FC236}">
                <a16:creationId xmlns:a16="http://schemas.microsoft.com/office/drawing/2014/main" id="{6F194976-FF3C-3430-F615-F8C96815C71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9320" y="221898"/>
            <a:ext cx="11699914" cy="4801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2800" b="1" noProof="0" dirty="0">
                <a:solidFill>
                  <a:srgbClr val="CC0000"/>
                </a:solidFill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1. Design steel column : welded sections</a:t>
            </a:r>
          </a:p>
        </p:txBody>
      </p:sp>
      <p:sp>
        <p:nvSpPr>
          <p:cNvPr id="12" name="Rectangle 6">
            <a:extLst>
              <a:ext uri="{FF2B5EF4-FFF2-40B4-BE49-F238E27FC236}">
                <a16:creationId xmlns:a16="http://schemas.microsoft.com/office/drawing/2014/main" id="{D8513964-935C-2720-ABF5-2968087613E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11154558" y="6396932"/>
            <a:ext cx="881754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>
            <a:lvl1pPr algn="r">
              <a:defRPr sz="1200" smtClean="0">
                <a:latin typeface="Verdana" panose="020B0604030504040204" pitchFamily="34" charset="0"/>
              </a:defRPr>
            </a:lvl1pPr>
          </a:lstStyle>
          <a:p>
            <a:pPr>
              <a:defRPr/>
            </a:pPr>
            <a:r>
              <a:rPr lang="en-US" sz="1400" noProof="0" dirty="0">
                <a:solidFill>
                  <a:schemeClr val="bg2">
                    <a:lumMod val="9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</p:txBody>
      </p:sp>
      <p:cxnSp>
        <p:nvCxnSpPr>
          <p:cNvPr id="15" name="Straight Connector 4">
            <a:extLst>
              <a:ext uri="{FF2B5EF4-FFF2-40B4-BE49-F238E27FC236}">
                <a16:creationId xmlns:a16="http://schemas.microsoft.com/office/drawing/2014/main" id="{B83A68EA-8282-ED8C-8D4C-1B42791ED04A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0" y="919959"/>
            <a:ext cx="12192000" cy="0"/>
          </a:xfrm>
          <a:prstGeom prst="line">
            <a:avLst/>
          </a:prstGeom>
          <a:noFill/>
          <a:ln w="15875" algn="ctr">
            <a:solidFill>
              <a:srgbClr val="CC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3" name="Text Box 8">
            <a:extLst>
              <a:ext uri="{FF2B5EF4-FFF2-40B4-BE49-F238E27FC236}">
                <a16:creationId xmlns:a16="http://schemas.microsoft.com/office/drawing/2014/main" id="{A10D86A9-FB4F-4500-FFDA-0D91D912FE5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89817" y="6453188"/>
            <a:ext cx="1257300" cy="184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ctr" anchorCtr="0">
            <a:spAutoFit/>
          </a:bodyPr>
          <a:lstStyle>
            <a:lvl1pPr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en-US" sz="1200" noProof="0" dirty="0">
                <a:latin typeface="Verdana" panose="020B0604030504040204" pitchFamily="34" charset="0"/>
              </a:rPr>
              <a:t>www.ulaval.ca</a:t>
            </a:r>
          </a:p>
        </p:txBody>
      </p:sp>
      <p:pic>
        <p:nvPicPr>
          <p:cNvPr id="14" name="Picture 2">
            <a:extLst>
              <a:ext uri="{FF2B5EF4-FFF2-40B4-BE49-F238E27FC236}">
                <a16:creationId xmlns:a16="http://schemas.microsoft.com/office/drawing/2014/main" id="{80131396-C77F-C391-8D19-6BEB3354658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7392" y="6240463"/>
            <a:ext cx="1449388" cy="6016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Espace réservé du pied de page 2">
            <a:extLst>
              <a:ext uri="{FF2B5EF4-FFF2-40B4-BE49-F238E27FC236}">
                <a16:creationId xmlns:a16="http://schemas.microsoft.com/office/drawing/2014/main" id="{B865BD21-CE70-0251-D2B8-A11E4B3F38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503364" y="6385024"/>
            <a:ext cx="8086381" cy="307777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algn="just"/>
            <a:r>
              <a:rPr lang="en-US" sz="1400" noProof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Aluminum I-Beams - FRQNT, Mar 26, 2025 – </a:t>
            </a:r>
            <a:r>
              <a:rPr lang="en-US" sz="1400" noProof="0" dirty="0">
                <a:solidFill>
                  <a:schemeClr val="tx1"/>
                </a:solidFill>
              </a:rPr>
              <a:t>Kokou ATTIOGBE</a:t>
            </a:r>
            <a:endParaRPr lang="en-US" sz="1400" noProof="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64B623C0-4DD4-59E7-322D-D9B9E9185315}"/>
                  </a:ext>
                </a:extLst>
              </p14:cNvPr>
              <p14:cNvContentPartPr/>
              <p14:nvPr/>
            </p14:nvContentPartPr>
            <p14:xfrm>
              <a:off x="258990" y="2219115"/>
              <a:ext cx="7920" cy="432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64B623C0-4DD4-59E7-322D-D9B9E9185315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252870" y="2212995"/>
                <a:ext cx="20160" cy="16560"/>
              </a:xfrm>
              <a:prstGeom prst="rect">
                <a:avLst/>
              </a:prstGeom>
            </p:spPr>
          </p:pic>
        </mc:Fallback>
      </mc:AlternateContent>
      <p:sp>
        <p:nvSpPr>
          <p:cNvPr id="6" name="TextBox 5">
            <a:extLst>
              <a:ext uri="{FF2B5EF4-FFF2-40B4-BE49-F238E27FC236}">
                <a16:creationId xmlns:a16="http://schemas.microsoft.com/office/drawing/2014/main" id="{3A96F039-83E4-8460-F89F-0D6A924B1C92}"/>
              </a:ext>
            </a:extLst>
          </p:cNvPr>
          <p:cNvSpPr txBox="1"/>
          <p:nvPr/>
        </p:nvSpPr>
        <p:spPr>
          <a:xfrm>
            <a:off x="1471871" y="1064422"/>
            <a:ext cx="2225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noProof="0" dirty="0">
                <a:solidFill>
                  <a:srgbClr val="CC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Experimental data: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2599152-EA71-BE8D-BAA7-33975129C7F0}"/>
              </a:ext>
            </a:extLst>
          </p:cNvPr>
          <p:cNvSpPr txBox="1"/>
          <p:nvPr/>
        </p:nvSpPr>
        <p:spPr>
          <a:xfrm>
            <a:off x="1716780" y="1509748"/>
            <a:ext cx="998774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Validation # 4 : </a:t>
            </a:r>
            <a:r>
              <a:rPr lang="en-US" dirty="0"/>
              <a:t>Welded steel I-section columns (S690): Residual stresses, testing, simulation and design (2023) by Xiang Yun, Leroy Gardner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E5F0EA99-3B7A-A5E9-7ACB-F5D8120C579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889817" y="2232073"/>
            <a:ext cx="6555575" cy="27176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348813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7CCFE2-1B42-5461-9BB8-FA4EAF22F2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7">
            <a:extLst>
              <a:ext uri="{FF2B5EF4-FFF2-40B4-BE49-F238E27FC236}">
                <a16:creationId xmlns:a16="http://schemas.microsoft.com/office/drawing/2014/main" id="{F3A7A9A4-1275-4EBB-E535-1A47CAA22357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470" b="15347"/>
          <a:stretch>
            <a:fillRect/>
          </a:stretch>
        </p:blipFill>
        <p:spPr bwMode="auto">
          <a:xfrm>
            <a:off x="0" y="919959"/>
            <a:ext cx="12192000" cy="53887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Rectangle 2">
            <a:extLst>
              <a:ext uri="{FF2B5EF4-FFF2-40B4-BE49-F238E27FC236}">
                <a16:creationId xmlns:a16="http://schemas.microsoft.com/office/drawing/2014/main" id="{9AA4122B-6F0C-C1C7-65DE-A664C5DEFC8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9320" y="221898"/>
            <a:ext cx="11699914" cy="4801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2800" b="1" noProof="0" dirty="0">
                <a:solidFill>
                  <a:srgbClr val="CC0000"/>
                </a:solidFill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1. Design steel column : welded sections</a:t>
            </a:r>
          </a:p>
        </p:txBody>
      </p:sp>
      <p:sp>
        <p:nvSpPr>
          <p:cNvPr id="12" name="Rectangle 6">
            <a:extLst>
              <a:ext uri="{FF2B5EF4-FFF2-40B4-BE49-F238E27FC236}">
                <a16:creationId xmlns:a16="http://schemas.microsoft.com/office/drawing/2014/main" id="{FB5965C0-550E-BC40-E0D1-47E9F12579E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11154558" y="6396932"/>
            <a:ext cx="881754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>
            <a:lvl1pPr algn="r">
              <a:defRPr sz="1200" smtClean="0">
                <a:latin typeface="Verdana" panose="020B0604030504040204" pitchFamily="34" charset="0"/>
              </a:defRPr>
            </a:lvl1pPr>
          </a:lstStyle>
          <a:p>
            <a:pPr>
              <a:defRPr/>
            </a:pPr>
            <a:r>
              <a:rPr lang="en-US" sz="1400" noProof="0" dirty="0">
                <a:solidFill>
                  <a:schemeClr val="bg2">
                    <a:lumMod val="9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</p:txBody>
      </p:sp>
      <p:cxnSp>
        <p:nvCxnSpPr>
          <p:cNvPr id="15" name="Straight Connector 4">
            <a:extLst>
              <a:ext uri="{FF2B5EF4-FFF2-40B4-BE49-F238E27FC236}">
                <a16:creationId xmlns:a16="http://schemas.microsoft.com/office/drawing/2014/main" id="{88969F9D-BF83-8462-3C2E-4DA5594B6C71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0" y="919959"/>
            <a:ext cx="12192000" cy="0"/>
          </a:xfrm>
          <a:prstGeom prst="line">
            <a:avLst/>
          </a:prstGeom>
          <a:noFill/>
          <a:ln w="15875" algn="ctr">
            <a:solidFill>
              <a:srgbClr val="CC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3" name="Text Box 8">
            <a:extLst>
              <a:ext uri="{FF2B5EF4-FFF2-40B4-BE49-F238E27FC236}">
                <a16:creationId xmlns:a16="http://schemas.microsoft.com/office/drawing/2014/main" id="{980DDA31-627C-748C-3F6F-ED94D300DC7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89817" y="6453188"/>
            <a:ext cx="1257300" cy="184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ctr" anchorCtr="0">
            <a:spAutoFit/>
          </a:bodyPr>
          <a:lstStyle>
            <a:lvl1pPr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en-US" sz="1200" noProof="0" dirty="0">
                <a:latin typeface="Verdana" panose="020B0604030504040204" pitchFamily="34" charset="0"/>
              </a:rPr>
              <a:t>www.ulaval.ca</a:t>
            </a:r>
          </a:p>
        </p:txBody>
      </p:sp>
      <p:pic>
        <p:nvPicPr>
          <p:cNvPr id="14" name="Picture 2">
            <a:extLst>
              <a:ext uri="{FF2B5EF4-FFF2-40B4-BE49-F238E27FC236}">
                <a16:creationId xmlns:a16="http://schemas.microsoft.com/office/drawing/2014/main" id="{8362B105-187C-75AF-E224-55F2E362BAC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7392" y="6240463"/>
            <a:ext cx="1449388" cy="6016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Espace réservé du pied de page 2">
            <a:extLst>
              <a:ext uri="{FF2B5EF4-FFF2-40B4-BE49-F238E27FC236}">
                <a16:creationId xmlns:a16="http://schemas.microsoft.com/office/drawing/2014/main" id="{7470F680-3D50-0422-0545-D650F3B58D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503364" y="6385024"/>
            <a:ext cx="8086381" cy="307777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algn="just"/>
            <a:r>
              <a:rPr lang="en-US" sz="1400" noProof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Aluminum I-Beams - FRQNT, Mar 26, 2025 – </a:t>
            </a:r>
            <a:r>
              <a:rPr lang="en-US" sz="1400" noProof="0" dirty="0">
                <a:solidFill>
                  <a:schemeClr val="tx1"/>
                </a:solidFill>
              </a:rPr>
              <a:t>Kokou ATTIOGBE</a:t>
            </a:r>
            <a:endParaRPr lang="en-US" sz="1400" noProof="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8589B885-4617-028A-F008-61E11A5767E9}"/>
                  </a:ext>
                </a:extLst>
              </p14:cNvPr>
              <p14:cNvContentPartPr/>
              <p14:nvPr/>
            </p14:nvContentPartPr>
            <p14:xfrm>
              <a:off x="258990" y="2219115"/>
              <a:ext cx="7920" cy="432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8589B885-4617-028A-F008-61E11A5767E9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252870" y="2212995"/>
                <a:ext cx="20160" cy="16560"/>
              </a:xfrm>
              <a:prstGeom prst="rect">
                <a:avLst/>
              </a:prstGeom>
            </p:spPr>
          </p:pic>
        </mc:Fallback>
      </mc:AlternateContent>
      <p:sp>
        <p:nvSpPr>
          <p:cNvPr id="6" name="TextBox 5">
            <a:extLst>
              <a:ext uri="{FF2B5EF4-FFF2-40B4-BE49-F238E27FC236}">
                <a16:creationId xmlns:a16="http://schemas.microsoft.com/office/drawing/2014/main" id="{FC090AEA-AE40-100B-B814-85796545348B}"/>
              </a:ext>
            </a:extLst>
          </p:cNvPr>
          <p:cNvSpPr txBox="1"/>
          <p:nvPr/>
        </p:nvSpPr>
        <p:spPr>
          <a:xfrm>
            <a:off x="1471871" y="1064422"/>
            <a:ext cx="2225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noProof="0" dirty="0">
                <a:solidFill>
                  <a:srgbClr val="CC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Experimental data: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F88774D-9996-CED3-44FA-DC0C9DA25050}"/>
              </a:ext>
            </a:extLst>
          </p:cNvPr>
          <p:cNvSpPr txBox="1"/>
          <p:nvPr/>
        </p:nvSpPr>
        <p:spPr>
          <a:xfrm>
            <a:off x="1716780" y="1509748"/>
            <a:ext cx="998774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Validation # 4: </a:t>
            </a:r>
            <a:r>
              <a:rPr lang="en-US" dirty="0"/>
              <a:t>Welded steel I-section columns: Residual stresses, testing, simulation and design (2023) by Xiang Yun, Leroy Gardner (S690)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E579855C-5172-2249-00DC-831235A6ACD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76388623"/>
              </p:ext>
            </p:extLst>
          </p:nvPr>
        </p:nvGraphicFramePr>
        <p:xfrm>
          <a:off x="1966823" y="2486631"/>
          <a:ext cx="8289984" cy="2684967"/>
        </p:xfrm>
        <a:graphic>
          <a:graphicData uri="http://schemas.openxmlformats.org/drawingml/2006/table">
            <a:tbl>
              <a:tblPr bandRow="1">
                <a:tableStyleId>{21E4AEA4-8DFA-4A89-87EB-49C32662AFE0}</a:tableStyleId>
              </a:tblPr>
              <a:tblGrid>
                <a:gridCol w="1188092">
                  <a:extLst>
                    <a:ext uri="{9D8B030D-6E8A-4147-A177-3AD203B41FA5}">
                      <a16:colId xmlns:a16="http://schemas.microsoft.com/office/drawing/2014/main" val="326733516"/>
                    </a:ext>
                  </a:extLst>
                </a:gridCol>
                <a:gridCol w="697795">
                  <a:extLst>
                    <a:ext uri="{9D8B030D-6E8A-4147-A177-3AD203B41FA5}">
                      <a16:colId xmlns:a16="http://schemas.microsoft.com/office/drawing/2014/main" val="314550842"/>
                    </a:ext>
                  </a:extLst>
                </a:gridCol>
                <a:gridCol w="977829">
                  <a:extLst>
                    <a:ext uri="{9D8B030D-6E8A-4147-A177-3AD203B41FA5}">
                      <a16:colId xmlns:a16="http://schemas.microsoft.com/office/drawing/2014/main" val="2074659628"/>
                    </a:ext>
                  </a:extLst>
                </a:gridCol>
                <a:gridCol w="977829">
                  <a:extLst>
                    <a:ext uri="{9D8B030D-6E8A-4147-A177-3AD203B41FA5}">
                      <a16:colId xmlns:a16="http://schemas.microsoft.com/office/drawing/2014/main" val="1493452798"/>
                    </a:ext>
                  </a:extLst>
                </a:gridCol>
                <a:gridCol w="977829">
                  <a:extLst>
                    <a:ext uri="{9D8B030D-6E8A-4147-A177-3AD203B41FA5}">
                      <a16:colId xmlns:a16="http://schemas.microsoft.com/office/drawing/2014/main" val="763381242"/>
                    </a:ext>
                  </a:extLst>
                </a:gridCol>
                <a:gridCol w="1156870">
                  <a:extLst>
                    <a:ext uri="{9D8B030D-6E8A-4147-A177-3AD203B41FA5}">
                      <a16:colId xmlns:a16="http://schemas.microsoft.com/office/drawing/2014/main" val="731190673"/>
                    </a:ext>
                  </a:extLst>
                </a:gridCol>
                <a:gridCol w="1156870">
                  <a:extLst>
                    <a:ext uri="{9D8B030D-6E8A-4147-A177-3AD203B41FA5}">
                      <a16:colId xmlns:a16="http://schemas.microsoft.com/office/drawing/2014/main" val="1962000108"/>
                    </a:ext>
                  </a:extLst>
                </a:gridCol>
                <a:gridCol w="1156870">
                  <a:extLst>
                    <a:ext uri="{9D8B030D-6E8A-4147-A177-3AD203B41FA5}">
                      <a16:colId xmlns:a16="http://schemas.microsoft.com/office/drawing/2014/main" val="1326930077"/>
                    </a:ext>
                  </a:extLst>
                </a:gridCol>
              </a:tblGrid>
              <a:tr h="245218">
                <a:tc rowSpan="2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u="none" strike="noStrike" dirty="0">
                          <a:effectLst/>
                        </a:rPr>
                        <a:t> 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 rowSpan="2"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600" u="none" strike="noStrike" dirty="0" err="1">
                          <a:effectLst/>
                        </a:rPr>
                        <a:t>Pu_</a:t>
                      </a:r>
                      <a:r>
                        <a:rPr lang="en-US" sz="1600" u="none" strike="noStrike" baseline="-25000" dirty="0" err="1">
                          <a:effectLst/>
                        </a:rPr>
                        <a:t>exp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/>
                </a:tc>
                <a:tc gridSpan="3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Pu</a:t>
                      </a:r>
                      <a:r>
                        <a:rPr lang="en-US" sz="1600" u="none" strike="noStrike" baseline="-25000">
                          <a:effectLst/>
                        </a:rPr>
                        <a:t>_EF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Pu</a:t>
                      </a:r>
                      <a:r>
                        <a:rPr lang="en-US" sz="1600" u="none" strike="noStrike" baseline="-25000">
                          <a:effectLst/>
                        </a:rPr>
                        <a:t>_EF</a:t>
                      </a:r>
                      <a:r>
                        <a:rPr lang="en-US" sz="1600" u="none" strike="noStrike">
                          <a:effectLst/>
                        </a:rPr>
                        <a:t>/Pu</a:t>
                      </a:r>
                      <a:r>
                        <a:rPr lang="en-US" sz="1600" u="none" strike="noStrike" baseline="-25000">
                          <a:effectLst/>
                        </a:rPr>
                        <a:t>_exp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4333655"/>
                  </a:ext>
                </a:extLst>
              </a:tr>
              <a:tr h="481218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w0=b/100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w0=b/200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w0=b/300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w0=b/100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w0=b/200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w0=b/300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58685472"/>
                  </a:ext>
                </a:extLst>
              </a:tr>
              <a:tr h="48121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HSS-I1-C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1158.2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1077.97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1086.63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1085.23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0.93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0.94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0.94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729556562"/>
                  </a:ext>
                </a:extLst>
              </a:tr>
              <a:tr h="48121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HSS-I1-C-R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1079.2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1079.66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1088.68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1087.66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1.00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1.01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1.01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338212509"/>
                  </a:ext>
                </a:extLst>
              </a:tr>
              <a:tr h="48121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HSS-I2-C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1418.1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1376.45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1391.74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1391.26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0.97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0.98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0.98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855777210"/>
                  </a:ext>
                </a:extLst>
              </a:tr>
              <a:tr h="24521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Mean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 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 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 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 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0.97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0.98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0.98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334853554"/>
                  </a:ext>
                </a:extLst>
              </a:tr>
              <a:tr h="24521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COV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 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 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 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 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2.95%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2.98%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u="none" strike="noStrike" dirty="0">
                          <a:effectLst/>
                        </a:rPr>
                        <a:t>2.99%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41045843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0141707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7A9FB0-C6A4-A92E-E1D2-37834E5ACA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7">
            <a:extLst>
              <a:ext uri="{FF2B5EF4-FFF2-40B4-BE49-F238E27FC236}">
                <a16:creationId xmlns:a16="http://schemas.microsoft.com/office/drawing/2014/main" id="{61E30350-02C0-DBD7-2301-A471B6B8E8BF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470" b="15347"/>
          <a:stretch>
            <a:fillRect/>
          </a:stretch>
        </p:blipFill>
        <p:spPr bwMode="auto">
          <a:xfrm>
            <a:off x="0" y="919959"/>
            <a:ext cx="12192000" cy="53887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Rectangle 2">
            <a:extLst>
              <a:ext uri="{FF2B5EF4-FFF2-40B4-BE49-F238E27FC236}">
                <a16:creationId xmlns:a16="http://schemas.microsoft.com/office/drawing/2014/main" id="{6272FF38-0DDC-A44A-1B23-508C0D61741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9320" y="27999"/>
            <a:ext cx="11699914" cy="8679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2800" b="1" noProof="0" dirty="0">
                <a:solidFill>
                  <a:srgbClr val="CC0000"/>
                </a:solidFill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1. Design steel column : hot rolled sections</a:t>
            </a:r>
          </a:p>
          <a:p>
            <a:pPr algn="l"/>
            <a:endParaRPr lang="en-US" sz="2800" b="1" noProof="0" dirty="0">
              <a:solidFill>
                <a:srgbClr val="CC0000"/>
              </a:solidFill>
              <a:latin typeface="Times New Roman" panose="02020603050405020304" pitchFamily="18" charset="0"/>
              <a:ea typeface="Verdana" panose="020B060403050404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2" name="Rectangle 6">
            <a:extLst>
              <a:ext uri="{FF2B5EF4-FFF2-40B4-BE49-F238E27FC236}">
                <a16:creationId xmlns:a16="http://schemas.microsoft.com/office/drawing/2014/main" id="{CA1DA862-0707-6274-2D0C-AC7A742861A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11154558" y="6396932"/>
            <a:ext cx="881754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>
            <a:lvl1pPr algn="r">
              <a:defRPr sz="1200" smtClean="0">
                <a:latin typeface="Verdana" panose="020B0604030504040204" pitchFamily="34" charset="0"/>
              </a:defRPr>
            </a:lvl1pPr>
          </a:lstStyle>
          <a:p>
            <a:pPr>
              <a:defRPr/>
            </a:pPr>
            <a:r>
              <a:rPr lang="en-US" sz="1400" noProof="0" dirty="0">
                <a:solidFill>
                  <a:schemeClr val="bg2">
                    <a:lumMod val="9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</p:txBody>
      </p:sp>
      <p:cxnSp>
        <p:nvCxnSpPr>
          <p:cNvPr id="15" name="Straight Connector 4">
            <a:extLst>
              <a:ext uri="{FF2B5EF4-FFF2-40B4-BE49-F238E27FC236}">
                <a16:creationId xmlns:a16="http://schemas.microsoft.com/office/drawing/2014/main" id="{E4C5E3A3-4DA5-75D7-31FC-32992077451C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0" y="919959"/>
            <a:ext cx="12192000" cy="0"/>
          </a:xfrm>
          <a:prstGeom prst="line">
            <a:avLst/>
          </a:prstGeom>
          <a:noFill/>
          <a:ln w="15875" algn="ctr">
            <a:solidFill>
              <a:srgbClr val="CC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3" name="Text Box 8">
            <a:extLst>
              <a:ext uri="{FF2B5EF4-FFF2-40B4-BE49-F238E27FC236}">
                <a16:creationId xmlns:a16="http://schemas.microsoft.com/office/drawing/2014/main" id="{C2E62B15-8851-0CE6-9E61-5BCE5644630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89817" y="6453188"/>
            <a:ext cx="1257300" cy="184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ctr" anchorCtr="0">
            <a:spAutoFit/>
          </a:bodyPr>
          <a:lstStyle>
            <a:lvl1pPr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en-US" sz="1200" noProof="0" dirty="0">
                <a:latin typeface="Verdana" panose="020B0604030504040204" pitchFamily="34" charset="0"/>
              </a:rPr>
              <a:t>www.ulaval.ca</a:t>
            </a:r>
          </a:p>
        </p:txBody>
      </p:sp>
      <p:pic>
        <p:nvPicPr>
          <p:cNvPr id="14" name="Picture 2">
            <a:extLst>
              <a:ext uri="{FF2B5EF4-FFF2-40B4-BE49-F238E27FC236}">
                <a16:creationId xmlns:a16="http://schemas.microsoft.com/office/drawing/2014/main" id="{81E4CDBB-2C85-AC99-D24C-31EBBE03D41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7392" y="6240463"/>
            <a:ext cx="1449388" cy="6016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Espace réservé du pied de page 2">
            <a:extLst>
              <a:ext uri="{FF2B5EF4-FFF2-40B4-BE49-F238E27FC236}">
                <a16:creationId xmlns:a16="http://schemas.microsoft.com/office/drawing/2014/main" id="{C79AF1F5-54BB-A184-DEB7-56DE8C8FEA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503364" y="6385024"/>
            <a:ext cx="8086381" cy="307777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algn="just"/>
            <a:r>
              <a:rPr lang="en-US" sz="1400" noProof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Aluminum I-Beams - FRQNT, Mar 26, 2025 – </a:t>
            </a:r>
            <a:r>
              <a:rPr lang="en-US" sz="1400" noProof="0" dirty="0">
                <a:solidFill>
                  <a:schemeClr val="tx1"/>
                </a:solidFill>
              </a:rPr>
              <a:t>Kokou ATTIOGBE</a:t>
            </a:r>
            <a:endParaRPr lang="en-US" sz="1400" noProof="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3F2DECAB-03F5-A233-1359-77FBDFE29DFA}"/>
                  </a:ext>
                </a:extLst>
              </p14:cNvPr>
              <p14:cNvContentPartPr/>
              <p14:nvPr/>
            </p14:nvContentPartPr>
            <p14:xfrm>
              <a:off x="258990" y="2219115"/>
              <a:ext cx="7920" cy="432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3F2DECAB-03F5-A233-1359-77FBDFE29DFA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252870" y="2212995"/>
                <a:ext cx="20160" cy="16560"/>
              </a:xfrm>
              <a:prstGeom prst="rect">
                <a:avLst/>
              </a:prstGeom>
            </p:spPr>
          </p:pic>
        </mc:Fallback>
      </mc:AlternateContent>
      <p:sp>
        <p:nvSpPr>
          <p:cNvPr id="6" name="TextBox 5">
            <a:extLst>
              <a:ext uri="{FF2B5EF4-FFF2-40B4-BE49-F238E27FC236}">
                <a16:creationId xmlns:a16="http://schemas.microsoft.com/office/drawing/2014/main" id="{07F5C17C-DCD3-2368-E4E8-DC95775A535A}"/>
              </a:ext>
            </a:extLst>
          </p:cNvPr>
          <p:cNvSpPr txBox="1"/>
          <p:nvPr/>
        </p:nvSpPr>
        <p:spPr>
          <a:xfrm>
            <a:off x="1471871" y="1064422"/>
            <a:ext cx="2225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noProof="0" dirty="0">
                <a:solidFill>
                  <a:srgbClr val="CC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Experimental data: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7E4B74B-68EC-EBCB-86BF-24A30B6F7C96}"/>
              </a:ext>
            </a:extLst>
          </p:cNvPr>
          <p:cNvSpPr txBox="1"/>
          <p:nvPr/>
        </p:nvSpPr>
        <p:spPr>
          <a:xfrm>
            <a:off x="1716780" y="1509748"/>
            <a:ext cx="99877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Validation # 5 :</a:t>
            </a:r>
            <a:endParaRPr lang="en-US" dirty="0"/>
          </a:p>
        </p:txBody>
      </p:sp>
      <p:graphicFrame>
        <p:nvGraphicFramePr>
          <p:cNvPr id="19" name="Table 18">
            <a:extLst>
              <a:ext uri="{FF2B5EF4-FFF2-40B4-BE49-F238E27FC236}">
                <a16:creationId xmlns:a16="http://schemas.microsoft.com/office/drawing/2014/main" id="{2787632D-5A6D-4798-CC34-367DF35343D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88878769"/>
              </p:ext>
            </p:extLst>
          </p:nvPr>
        </p:nvGraphicFramePr>
        <p:xfrm>
          <a:off x="1780911" y="2104602"/>
          <a:ext cx="9808834" cy="3057525"/>
        </p:xfrm>
        <a:graphic>
          <a:graphicData uri="http://schemas.openxmlformats.org/drawingml/2006/table">
            <a:tbl>
              <a:tblPr bandRow="1">
                <a:tableStyleId>{21E4AEA4-8DFA-4A89-87EB-49C32662AFE0}</a:tableStyleId>
              </a:tblPr>
              <a:tblGrid>
                <a:gridCol w="1565972">
                  <a:extLst>
                    <a:ext uri="{9D8B030D-6E8A-4147-A177-3AD203B41FA5}">
                      <a16:colId xmlns:a16="http://schemas.microsoft.com/office/drawing/2014/main" val="4040366237"/>
                    </a:ext>
                  </a:extLst>
                </a:gridCol>
                <a:gridCol w="826007">
                  <a:extLst>
                    <a:ext uri="{9D8B030D-6E8A-4147-A177-3AD203B41FA5}">
                      <a16:colId xmlns:a16="http://schemas.microsoft.com/office/drawing/2014/main" val="1229318584"/>
                    </a:ext>
                  </a:extLst>
                </a:gridCol>
                <a:gridCol w="1325053">
                  <a:extLst>
                    <a:ext uri="{9D8B030D-6E8A-4147-A177-3AD203B41FA5}">
                      <a16:colId xmlns:a16="http://schemas.microsoft.com/office/drawing/2014/main" val="530996604"/>
                    </a:ext>
                  </a:extLst>
                </a:gridCol>
                <a:gridCol w="1135760">
                  <a:extLst>
                    <a:ext uri="{9D8B030D-6E8A-4147-A177-3AD203B41FA5}">
                      <a16:colId xmlns:a16="http://schemas.microsoft.com/office/drawing/2014/main" val="1354875280"/>
                    </a:ext>
                  </a:extLst>
                </a:gridCol>
                <a:gridCol w="826007">
                  <a:extLst>
                    <a:ext uri="{9D8B030D-6E8A-4147-A177-3AD203B41FA5}">
                      <a16:colId xmlns:a16="http://schemas.microsoft.com/office/drawing/2014/main" val="2736332985"/>
                    </a:ext>
                  </a:extLst>
                </a:gridCol>
                <a:gridCol w="826007">
                  <a:extLst>
                    <a:ext uri="{9D8B030D-6E8A-4147-A177-3AD203B41FA5}">
                      <a16:colId xmlns:a16="http://schemas.microsoft.com/office/drawing/2014/main" val="665967330"/>
                    </a:ext>
                  </a:extLst>
                </a:gridCol>
                <a:gridCol w="826007">
                  <a:extLst>
                    <a:ext uri="{9D8B030D-6E8A-4147-A177-3AD203B41FA5}">
                      <a16:colId xmlns:a16="http://schemas.microsoft.com/office/drawing/2014/main" val="393119909"/>
                    </a:ext>
                  </a:extLst>
                </a:gridCol>
                <a:gridCol w="826007">
                  <a:extLst>
                    <a:ext uri="{9D8B030D-6E8A-4147-A177-3AD203B41FA5}">
                      <a16:colId xmlns:a16="http://schemas.microsoft.com/office/drawing/2014/main" val="2704539247"/>
                    </a:ext>
                  </a:extLst>
                </a:gridCol>
                <a:gridCol w="826007">
                  <a:extLst>
                    <a:ext uri="{9D8B030D-6E8A-4147-A177-3AD203B41FA5}">
                      <a16:colId xmlns:a16="http://schemas.microsoft.com/office/drawing/2014/main" val="2942679882"/>
                    </a:ext>
                  </a:extLst>
                </a:gridCol>
                <a:gridCol w="826007">
                  <a:extLst>
                    <a:ext uri="{9D8B030D-6E8A-4147-A177-3AD203B41FA5}">
                      <a16:colId xmlns:a16="http://schemas.microsoft.com/office/drawing/2014/main" val="1488619210"/>
                    </a:ext>
                  </a:extLst>
                </a:gridCol>
              </a:tblGrid>
              <a:tr h="1905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Reference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Steel grade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Specimen label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Buckling axis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Nu,test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Nu,FE 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Nu,FE (1)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Nu,FE/Nu,test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Diff. [%]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Diff. [%] (1)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258929659"/>
                  </a:ext>
                </a:extLst>
              </a:tr>
              <a:tr h="533400">
                <a:tc rowSpan="6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Nicolas Boissonade et al.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 rowSpan="6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S355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H355_1_BU_1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 rowSpan="6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3D FB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1369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1362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1346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1.00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0.5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1.7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473541578"/>
                  </a:ext>
                </a:extLst>
              </a:tr>
              <a:tr h="1905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H355_1_BU_2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1636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1616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1605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0.99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1.2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1.9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617859354"/>
                  </a:ext>
                </a:extLst>
              </a:tr>
              <a:tr h="1905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H355_1_BU_3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1430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1352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1274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0.95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5.8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12.3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175738441"/>
                  </a:ext>
                </a:extLst>
              </a:tr>
              <a:tr h="1905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H355_1_BU_4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1650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1642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1512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1.00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0.5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9.1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702127770"/>
                  </a:ext>
                </a:extLst>
              </a:tr>
              <a:tr h="1905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H355_1_BU_5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1073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1089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1069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1.01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1.4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0.4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694976918"/>
                  </a:ext>
                </a:extLst>
              </a:tr>
              <a:tr h="1905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H355_1_BU_6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1393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1377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1380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0.99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1.2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0.9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374405394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Mean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0.99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1.76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4.39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093360725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COV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2.10%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807972625"/>
                  </a:ext>
                </a:extLst>
              </a:tr>
              <a:tr h="190500">
                <a:tc gridSpan="10"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u="none" strike="noStrike" dirty="0">
                          <a:effectLst/>
                        </a:rPr>
                        <a:t>(1) Nicolas Boissonade et al. FEM results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596559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0437827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4DE669-0431-EA5F-89FD-5117B86A53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7">
            <a:extLst>
              <a:ext uri="{FF2B5EF4-FFF2-40B4-BE49-F238E27FC236}">
                <a16:creationId xmlns:a16="http://schemas.microsoft.com/office/drawing/2014/main" id="{7426752F-CD54-A0AC-9CD7-65FBDF31FD3F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470" b="15347"/>
          <a:stretch>
            <a:fillRect/>
          </a:stretch>
        </p:blipFill>
        <p:spPr bwMode="auto">
          <a:xfrm>
            <a:off x="0" y="919959"/>
            <a:ext cx="12192000" cy="53887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Rectangle 2">
            <a:extLst>
              <a:ext uri="{FF2B5EF4-FFF2-40B4-BE49-F238E27FC236}">
                <a16:creationId xmlns:a16="http://schemas.microsoft.com/office/drawing/2014/main" id="{11D5CEFD-BAFF-5C61-7214-3D88C25C749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9320" y="27999"/>
            <a:ext cx="11699914" cy="8679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2800" b="1" noProof="0" dirty="0">
                <a:solidFill>
                  <a:srgbClr val="CC0000"/>
                </a:solidFill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1. Design steel column : hot rolled sections</a:t>
            </a:r>
          </a:p>
          <a:p>
            <a:pPr algn="l"/>
            <a:endParaRPr lang="en-US" sz="2800" b="1" noProof="0" dirty="0">
              <a:solidFill>
                <a:srgbClr val="CC0000"/>
              </a:solidFill>
              <a:latin typeface="Times New Roman" panose="02020603050405020304" pitchFamily="18" charset="0"/>
              <a:ea typeface="Verdana" panose="020B060403050404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2" name="Rectangle 6">
            <a:extLst>
              <a:ext uri="{FF2B5EF4-FFF2-40B4-BE49-F238E27FC236}">
                <a16:creationId xmlns:a16="http://schemas.microsoft.com/office/drawing/2014/main" id="{B8F93C98-C9A6-156B-95FE-F3DECC7D760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11154558" y="6396932"/>
            <a:ext cx="881754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>
            <a:lvl1pPr algn="r">
              <a:defRPr sz="1200" smtClean="0">
                <a:latin typeface="Verdana" panose="020B0604030504040204" pitchFamily="34" charset="0"/>
              </a:defRPr>
            </a:lvl1pPr>
          </a:lstStyle>
          <a:p>
            <a:pPr>
              <a:defRPr/>
            </a:pPr>
            <a:r>
              <a:rPr lang="en-US" sz="1400" noProof="0" dirty="0">
                <a:solidFill>
                  <a:schemeClr val="bg2">
                    <a:lumMod val="9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</p:txBody>
      </p:sp>
      <p:cxnSp>
        <p:nvCxnSpPr>
          <p:cNvPr id="15" name="Straight Connector 4">
            <a:extLst>
              <a:ext uri="{FF2B5EF4-FFF2-40B4-BE49-F238E27FC236}">
                <a16:creationId xmlns:a16="http://schemas.microsoft.com/office/drawing/2014/main" id="{66144DCB-C931-B64B-CD98-120E56C287AF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0" y="919959"/>
            <a:ext cx="12192000" cy="0"/>
          </a:xfrm>
          <a:prstGeom prst="line">
            <a:avLst/>
          </a:prstGeom>
          <a:noFill/>
          <a:ln w="15875" algn="ctr">
            <a:solidFill>
              <a:srgbClr val="CC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3" name="Text Box 8">
            <a:extLst>
              <a:ext uri="{FF2B5EF4-FFF2-40B4-BE49-F238E27FC236}">
                <a16:creationId xmlns:a16="http://schemas.microsoft.com/office/drawing/2014/main" id="{A08E6FDB-82FC-61B7-6BCF-AA37D56C13D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89817" y="6453188"/>
            <a:ext cx="1257300" cy="184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ctr" anchorCtr="0">
            <a:spAutoFit/>
          </a:bodyPr>
          <a:lstStyle>
            <a:lvl1pPr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en-US" sz="1200" noProof="0" dirty="0">
                <a:latin typeface="Verdana" panose="020B0604030504040204" pitchFamily="34" charset="0"/>
              </a:rPr>
              <a:t>www.ulaval.ca</a:t>
            </a:r>
          </a:p>
        </p:txBody>
      </p:sp>
      <p:pic>
        <p:nvPicPr>
          <p:cNvPr id="14" name="Picture 2">
            <a:extLst>
              <a:ext uri="{FF2B5EF4-FFF2-40B4-BE49-F238E27FC236}">
                <a16:creationId xmlns:a16="http://schemas.microsoft.com/office/drawing/2014/main" id="{97369EDA-6238-7AF3-08CC-EF46B290585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7392" y="6240463"/>
            <a:ext cx="1449388" cy="6016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Espace réservé du pied de page 2">
            <a:extLst>
              <a:ext uri="{FF2B5EF4-FFF2-40B4-BE49-F238E27FC236}">
                <a16:creationId xmlns:a16="http://schemas.microsoft.com/office/drawing/2014/main" id="{091A55DF-6105-E98B-5A5E-05F811EA8B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503364" y="6385024"/>
            <a:ext cx="8086381" cy="307777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algn="just"/>
            <a:r>
              <a:rPr lang="en-US" sz="1400" noProof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Aluminum I-Beams - FRQNT, Mar 26, 2025 – </a:t>
            </a:r>
            <a:r>
              <a:rPr lang="en-US" sz="1400" noProof="0" dirty="0">
                <a:solidFill>
                  <a:schemeClr val="tx1"/>
                </a:solidFill>
              </a:rPr>
              <a:t>Kokou ATTIOGBE</a:t>
            </a:r>
            <a:endParaRPr lang="en-US" sz="1400" noProof="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F752F17E-F458-A10F-367E-1574D2BC2976}"/>
                  </a:ext>
                </a:extLst>
              </p14:cNvPr>
              <p14:cNvContentPartPr/>
              <p14:nvPr/>
            </p14:nvContentPartPr>
            <p14:xfrm>
              <a:off x="258990" y="2219115"/>
              <a:ext cx="7920" cy="432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F752F17E-F458-A10F-367E-1574D2BC2976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252870" y="2212995"/>
                <a:ext cx="20160" cy="16560"/>
              </a:xfrm>
              <a:prstGeom prst="rect">
                <a:avLst/>
              </a:prstGeom>
            </p:spPr>
          </p:pic>
        </mc:Fallback>
      </mc:AlternateContent>
      <p:sp>
        <p:nvSpPr>
          <p:cNvPr id="6" name="TextBox 5">
            <a:extLst>
              <a:ext uri="{FF2B5EF4-FFF2-40B4-BE49-F238E27FC236}">
                <a16:creationId xmlns:a16="http://schemas.microsoft.com/office/drawing/2014/main" id="{C16DBC4B-EE74-4B72-26BB-DAEB05B03AA1}"/>
              </a:ext>
            </a:extLst>
          </p:cNvPr>
          <p:cNvSpPr txBox="1"/>
          <p:nvPr/>
        </p:nvSpPr>
        <p:spPr>
          <a:xfrm>
            <a:off x="1471871" y="1064422"/>
            <a:ext cx="2225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noProof="0" dirty="0">
                <a:solidFill>
                  <a:srgbClr val="CC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Experimental data: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C0E7473-BDCB-1A1A-9C99-3627E02AD18E}"/>
              </a:ext>
            </a:extLst>
          </p:cNvPr>
          <p:cNvSpPr txBox="1"/>
          <p:nvPr/>
        </p:nvSpPr>
        <p:spPr>
          <a:xfrm>
            <a:off x="1716780" y="1509748"/>
            <a:ext cx="99877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Validation # 5 :</a:t>
            </a:r>
            <a:endParaRPr lang="en-US" dirty="0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13897CF3-4237-23D3-FA4F-040565BCD84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73231252"/>
              </p:ext>
            </p:extLst>
          </p:nvPr>
        </p:nvGraphicFramePr>
        <p:xfrm>
          <a:off x="1889817" y="2023542"/>
          <a:ext cx="9402161" cy="2777490"/>
        </p:xfrm>
        <a:graphic>
          <a:graphicData uri="http://schemas.openxmlformats.org/drawingml/2006/table">
            <a:tbl>
              <a:tblPr bandRow="1">
                <a:tableStyleId>{21E4AEA4-8DFA-4A89-87EB-49C32662AFE0}</a:tableStyleId>
              </a:tblPr>
              <a:tblGrid>
                <a:gridCol w="1176264">
                  <a:extLst>
                    <a:ext uri="{9D8B030D-6E8A-4147-A177-3AD203B41FA5}">
                      <a16:colId xmlns:a16="http://schemas.microsoft.com/office/drawing/2014/main" val="2338187183"/>
                    </a:ext>
                  </a:extLst>
                </a:gridCol>
                <a:gridCol w="762982">
                  <a:extLst>
                    <a:ext uri="{9D8B030D-6E8A-4147-A177-3AD203B41FA5}">
                      <a16:colId xmlns:a16="http://schemas.microsoft.com/office/drawing/2014/main" val="1831293548"/>
                    </a:ext>
                  </a:extLst>
                </a:gridCol>
                <a:gridCol w="1287532">
                  <a:extLst>
                    <a:ext uri="{9D8B030D-6E8A-4147-A177-3AD203B41FA5}">
                      <a16:colId xmlns:a16="http://schemas.microsoft.com/office/drawing/2014/main" val="387576389"/>
                    </a:ext>
                  </a:extLst>
                </a:gridCol>
                <a:gridCol w="1096786">
                  <a:extLst>
                    <a:ext uri="{9D8B030D-6E8A-4147-A177-3AD203B41FA5}">
                      <a16:colId xmlns:a16="http://schemas.microsoft.com/office/drawing/2014/main" val="281406214"/>
                    </a:ext>
                  </a:extLst>
                </a:gridCol>
                <a:gridCol w="703374">
                  <a:extLst>
                    <a:ext uri="{9D8B030D-6E8A-4147-A177-3AD203B41FA5}">
                      <a16:colId xmlns:a16="http://schemas.microsoft.com/office/drawing/2014/main" val="688937956"/>
                    </a:ext>
                  </a:extLst>
                </a:gridCol>
                <a:gridCol w="703374">
                  <a:extLst>
                    <a:ext uri="{9D8B030D-6E8A-4147-A177-3AD203B41FA5}">
                      <a16:colId xmlns:a16="http://schemas.microsoft.com/office/drawing/2014/main" val="2278454471"/>
                    </a:ext>
                  </a:extLst>
                </a:gridCol>
                <a:gridCol w="794772">
                  <a:extLst>
                    <a:ext uri="{9D8B030D-6E8A-4147-A177-3AD203B41FA5}">
                      <a16:colId xmlns:a16="http://schemas.microsoft.com/office/drawing/2014/main" val="2894569397"/>
                    </a:ext>
                  </a:extLst>
                </a:gridCol>
                <a:gridCol w="1176264">
                  <a:extLst>
                    <a:ext uri="{9D8B030D-6E8A-4147-A177-3AD203B41FA5}">
                      <a16:colId xmlns:a16="http://schemas.microsoft.com/office/drawing/2014/main" val="2667608212"/>
                    </a:ext>
                  </a:extLst>
                </a:gridCol>
                <a:gridCol w="715296">
                  <a:extLst>
                    <a:ext uri="{9D8B030D-6E8A-4147-A177-3AD203B41FA5}">
                      <a16:colId xmlns:a16="http://schemas.microsoft.com/office/drawing/2014/main" val="1718586598"/>
                    </a:ext>
                  </a:extLst>
                </a:gridCol>
                <a:gridCol w="985517">
                  <a:extLst>
                    <a:ext uri="{9D8B030D-6E8A-4147-A177-3AD203B41FA5}">
                      <a16:colId xmlns:a16="http://schemas.microsoft.com/office/drawing/2014/main" val="4254802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Reference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Steel grade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Specimen label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Buckling axis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N</a:t>
                      </a:r>
                      <a:r>
                        <a:rPr lang="en-US" sz="1600" u="none" strike="noStrike" baseline="-25000">
                          <a:effectLst/>
                        </a:rPr>
                        <a:t>u,test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N</a:t>
                      </a:r>
                      <a:r>
                        <a:rPr lang="en-US" sz="1600" u="none" strike="noStrike" baseline="-25000">
                          <a:effectLst/>
                        </a:rPr>
                        <a:t>u,FE</a:t>
                      </a:r>
                      <a:r>
                        <a:rPr lang="en-US" sz="1600" u="none" strike="noStrike">
                          <a:effectLst/>
                        </a:rPr>
                        <a:t> 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N</a:t>
                      </a:r>
                      <a:r>
                        <a:rPr lang="en-US" sz="1600" u="none" strike="noStrike" baseline="-25000">
                          <a:effectLst/>
                        </a:rPr>
                        <a:t>u,FE</a:t>
                      </a:r>
                      <a:r>
                        <a:rPr lang="en-US" sz="1600" u="none" strike="noStrike">
                          <a:effectLst/>
                        </a:rPr>
                        <a:t> (1)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N</a:t>
                      </a:r>
                      <a:r>
                        <a:rPr lang="en-US" sz="1600" u="none" strike="noStrike" baseline="-25000">
                          <a:effectLst/>
                        </a:rPr>
                        <a:t>u,FE</a:t>
                      </a:r>
                      <a:r>
                        <a:rPr lang="en-US" sz="1600" u="none" strike="noStrike">
                          <a:effectLst/>
                        </a:rPr>
                        <a:t>/N</a:t>
                      </a:r>
                      <a:r>
                        <a:rPr lang="en-US" sz="1600" u="none" strike="noStrike" baseline="-25000">
                          <a:effectLst/>
                        </a:rPr>
                        <a:t>u,test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Diff. [%]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Diff. [%] (1)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40399661"/>
                  </a:ext>
                </a:extLst>
              </a:tr>
              <a:tr h="200025">
                <a:tc rowSpan="6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Nicolas Boissonade et al.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ctr"/>
                </a:tc>
                <a:tc rowSpan="6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S355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H355_2_BU_1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b"/>
                </a:tc>
                <a:tc rowSpan="6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3D FB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1180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1135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1139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0.96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3.9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3.6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890407649"/>
                  </a:ext>
                </a:extLst>
              </a:tr>
              <a:tr h="200025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H355_2_BU_2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b"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1443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1404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1375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0.97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2.8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5.0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917387965"/>
                  </a:ext>
                </a:extLst>
              </a:tr>
              <a:tr h="200025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H355_2_BU_3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b"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1078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1103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1019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1.02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2.3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5.8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277542351"/>
                  </a:ext>
                </a:extLst>
              </a:tr>
              <a:tr h="200025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H355_2_BU_4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b"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1281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1237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1186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0.97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3.5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8.0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631973186"/>
                  </a:ext>
                </a:extLst>
              </a:tr>
              <a:tr h="200025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H355_2_BU_5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b"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896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859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857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0.96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4.3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4.5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831751328"/>
                  </a:ext>
                </a:extLst>
              </a:tr>
              <a:tr h="200025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H355_2_BU_6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b"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1161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1159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1066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1.01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0.2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8.9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13303501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Mean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0.98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2.84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5.95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698543742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COV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2.5%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857716944"/>
                  </a:ext>
                </a:extLst>
              </a:tr>
              <a:tr h="200025">
                <a:tc gridSpan="10"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u="none" strike="noStrike" dirty="0">
                          <a:effectLst/>
                        </a:rPr>
                        <a:t>(1) Nicolas Boissonade et al. FEM results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b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0992189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7044917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EAA05C-6445-FAF9-7E97-26F3432A97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7">
            <a:extLst>
              <a:ext uri="{FF2B5EF4-FFF2-40B4-BE49-F238E27FC236}">
                <a16:creationId xmlns:a16="http://schemas.microsoft.com/office/drawing/2014/main" id="{F7778F56-8FD4-A53E-FBF1-60B0B25152B3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470" b="15347"/>
          <a:stretch>
            <a:fillRect/>
          </a:stretch>
        </p:blipFill>
        <p:spPr bwMode="auto">
          <a:xfrm>
            <a:off x="0" y="919959"/>
            <a:ext cx="12192000" cy="53887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Rectangle 2">
            <a:extLst>
              <a:ext uri="{FF2B5EF4-FFF2-40B4-BE49-F238E27FC236}">
                <a16:creationId xmlns:a16="http://schemas.microsoft.com/office/drawing/2014/main" id="{B2FC44EE-3DF4-3B29-A927-C10D735FABB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9320" y="221898"/>
            <a:ext cx="11699914" cy="4801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2800" b="1" noProof="0" dirty="0">
                <a:solidFill>
                  <a:srgbClr val="CC0000"/>
                </a:solidFill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1. Design steel column : welded sections</a:t>
            </a:r>
          </a:p>
        </p:txBody>
      </p:sp>
      <p:sp>
        <p:nvSpPr>
          <p:cNvPr id="12" name="Rectangle 6">
            <a:extLst>
              <a:ext uri="{FF2B5EF4-FFF2-40B4-BE49-F238E27FC236}">
                <a16:creationId xmlns:a16="http://schemas.microsoft.com/office/drawing/2014/main" id="{9CED441C-52C9-F027-3000-787D9F41B7B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11154558" y="6396932"/>
            <a:ext cx="881754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>
            <a:lvl1pPr algn="r">
              <a:defRPr sz="1200" smtClean="0">
                <a:latin typeface="Verdana" panose="020B0604030504040204" pitchFamily="34" charset="0"/>
              </a:defRPr>
            </a:lvl1pPr>
          </a:lstStyle>
          <a:p>
            <a:pPr>
              <a:defRPr/>
            </a:pPr>
            <a:r>
              <a:rPr lang="en-US" sz="1400" noProof="0" dirty="0">
                <a:solidFill>
                  <a:schemeClr val="bg2">
                    <a:lumMod val="9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</p:txBody>
      </p:sp>
      <p:cxnSp>
        <p:nvCxnSpPr>
          <p:cNvPr id="15" name="Straight Connector 4">
            <a:extLst>
              <a:ext uri="{FF2B5EF4-FFF2-40B4-BE49-F238E27FC236}">
                <a16:creationId xmlns:a16="http://schemas.microsoft.com/office/drawing/2014/main" id="{D824A125-4B06-C027-CDC4-836884FD22DC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0" y="919959"/>
            <a:ext cx="12192000" cy="0"/>
          </a:xfrm>
          <a:prstGeom prst="line">
            <a:avLst/>
          </a:prstGeom>
          <a:noFill/>
          <a:ln w="15875" algn="ctr">
            <a:solidFill>
              <a:srgbClr val="CC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3" name="Text Box 8">
            <a:extLst>
              <a:ext uri="{FF2B5EF4-FFF2-40B4-BE49-F238E27FC236}">
                <a16:creationId xmlns:a16="http://schemas.microsoft.com/office/drawing/2014/main" id="{D582836B-4A53-CE9E-A662-6FA2D15B646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89817" y="6453188"/>
            <a:ext cx="1257300" cy="184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ctr" anchorCtr="0">
            <a:spAutoFit/>
          </a:bodyPr>
          <a:lstStyle>
            <a:lvl1pPr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en-US" sz="1200" noProof="0" dirty="0">
                <a:latin typeface="Verdana" panose="020B0604030504040204" pitchFamily="34" charset="0"/>
              </a:rPr>
              <a:t>www.ulaval.ca</a:t>
            </a:r>
          </a:p>
        </p:txBody>
      </p:sp>
      <p:pic>
        <p:nvPicPr>
          <p:cNvPr id="14" name="Picture 2">
            <a:extLst>
              <a:ext uri="{FF2B5EF4-FFF2-40B4-BE49-F238E27FC236}">
                <a16:creationId xmlns:a16="http://schemas.microsoft.com/office/drawing/2014/main" id="{912FF055-14B2-D80C-9FAD-9EE61BB30A7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7392" y="6240463"/>
            <a:ext cx="1449388" cy="6016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Espace réservé du pied de page 2">
            <a:extLst>
              <a:ext uri="{FF2B5EF4-FFF2-40B4-BE49-F238E27FC236}">
                <a16:creationId xmlns:a16="http://schemas.microsoft.com/office/drawing/2014/main" id="{1A845D86-6ECD-3588-8A5B-B26BCED9E4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503364" y="6385024"/>
            <a:ext cx="8086381" cy="307777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algn="just"/>
            <a:r>
              <a:rPr lang="en-US" sz="1400" noProof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Aluminum I-Beams - FRQNT, Mar 26, 2025 – </a:t>
            </a:r>
            <a:r>
              <a:rPr lang="en-US" sz="1400" noProof="0" dirty="0">
                <a:solidFill>
                  <a:schemeClr val="tx1"/>
                </a:solidFill>
              </a:rPr>
              <a:t>Kokou ATTIOGBE</a:t>
            </a:r>
            <a:endParaRPr lang="en-US" sz="1400" noProof="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0D4ED682-A0A4-A84F-9019-8E129B354C13}"/>
                  </a:ext>
                </a:extLst>
              </p14:cNvPr>
              <p14:cNvContentPartPr/>
              <p14:nvPr/>
            </p14:nvContentPartPr>
            <p14:xfrm>
              <a:off x="258990" y="2219115"/>
              <a:ext cx="7920" cy="432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0D4ED682-A0A4-A84F-9019-8E129B354C13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252870" y="2212995"/>
                <a:ext cx="20160" cy="16560"/>
              </a:xfrm>
              <a:prstGeom prst="rect">
                <a:avLst/>
              </a:prstGeom>
            </p:spPr>
          </p:pic>
        </mc:Fallback>
      </mc:AlternateContent>
      <p:sp>
        <p:nvSpPr>
          <p:cNvPr id="6" name="TextBox 5">
            <a:extLst>
              <a:ext uri="{FF2B5EF4-FFF2-40B4-BE49-F238E27FC236}">
                <a16:creationId xmlns:a16="http://schemas.microsoft.com/office/drawing/2014/main" id="{519421F9-B27A-88A4-1338-115ED8B7B526}"/>
              </a:ext>
            </a:extLst>
          </p:cNvPr>
          <p:cNvSpPr txBox="1"/>
          <p:nvPr/>
        </p:nvSpPr>
        <p:spPr>
          <a:xfrm>
            <a:off x="1471871" y="1064422"/>
            <a:ext cx="2225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>
                <a:solidFill>
                  <a:srgbClr val="CC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Mesh sensitivity</a:t>
            </a:r>
            <a:r>
              <a:rPr lang="en-US" noProof="0" dirty="0">
                <a:solidFill>
                  <a:srgbClr val="CC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6AF734A-6E36-31AF-C0F0-2B8B0D63D7E8}"/>
              </a:ext>
            </a:extLst>
          </p:cNvPr>
          <p:cNvSpPr txBox="1"/>
          <p:nvPr/>
        </p:nvSpPr>
        <p:spPr>
          <a:xfrm>
            <a:off x="3600692" y="1102571"/>
            <a:ext cx="31365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Coarse, Normal, Fine, Very fine</a:t>
            </a:r>
            <a:endParaRPr lang="en-US" dirty="0">
              <a:latin typeface="+mj-lt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3B153FB-C20D-AB79-E118-20D006D58E5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03792" y="1803675"/>
            <a:ext cx="2303282" cy="219276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1FD865D-7FE9-6799-0B36-18DC4EBFE9D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588389" y="1821427"/>
            <a:ext cx="2381314" cy="2254895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9F04AFC7-5EEE-5035-19E3-9A16B870745B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554278" y="1683025"/>
            <a:ext cx="2450399" cy="2320313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03370F14-C768-494D-B4BD-7BC8612D7A55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207074" y="1814328"/>
            <a:ext cx="2209214" cy="20839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519057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EAA05C-6445-FAF9-7E97-26F3432A97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7">
            <a:extLst>
              <a:ext uri="{FF2B5EF4-FFF2-40B4-BE49-F238E27FC236}">
                <a16:creationId xmlns:a16="http://schemas.microsoft.com/office/drawing/2014/main" id="{F7778F56-8FD4-A53E-FBF1-60B0B25152B3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470" b="15347"/>
          <a:stretch>
            <a:fillRect/>
          </a:stretch>
        </p:blipFill>
        <p:spPr bwMode="auto">
          <a:xfrm>
            <a:off x="0" y="919959"/>
            <a:ext cx="12192000" cy="53887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Rectangle 2">
            <a:extLst>
              <a:ext uri="{FF2B5EF4-FFF2-40B4-BE49-F238E27FC236}">
                <a16:creationId xmlns:a16="http://schemas.microsoft.com/office/drawing/2014/main" id="{B2FC44EE-3DF4-3B29-A927-C10D735FABB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9320" y="221898"/>
            <a:ext cx="11699914" cy="4801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2800" b="1" noProof="0" dirty="0">
                <a:solidFill>
                  <a:srgbClr val="CC0000"/>
                </a:solidFill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1. Design steel column : Parametric study</a:t>
            </a:r>
          </a:p>
        </p:txBody>
      </p:sp>
      <p:sp>
        <p:nvSpPr>
          <p:cNvPr id="12" name="Rectangle 6">
            <a:extLst>
              <a:ext uri="{FF2B5EF4-FFF2-40B4-BE49-F238E27FC236}">
                <a16:creationId xmlns:a16="http://schemas.microsoft.com/office/drawing/2014/main" id="{9CED441C-52C9-F027-3000-787D9F41B7B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11154558" y="6396932"/>
            <a:ext cx="881754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>
            <a:lvl1pPr algn="r">
              <a:defRPr sz="1200" smtClean="0">
                <a:latin typeface="Verdana" panose="020B0604030504040204" pitchFamily="34" charset="0"/>
              </a:defRPr>
            </a:lvl1pPr>
          </a:lstStyle>
          <a:p>
            <a:pPr>
              <a:defRPr/>
            </a:pPr>
            <a:r>
              <a:rPr lang="en-US" sz="1400" noProof="0" dirty="0">
                <a:solidFill>
                  <a:schemeClr val="bg2">
                    <a:lumMod val="9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</p:txBody>
      </p:sp>
      <p:cxnSp>
        <p:nvCxnSpPr>
          <p:cNvPr id="15" name="Straight Connector 4">
            <a:extLst>
              <a:ext uri="{FF2B5EF4-FFF2-40B4-BE49-F238E27FC236}">
                <a16:creationId xmlns:a16="http://schemas.microsoft.com/office/drawing/2014/main" id="{D824A125-4B06-C027-CDC4-836884FD22DC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0" y="919959"/>
            <a:ext cx="12192000" cy="0"/>
          </a:xfrm>
          <a:prstGeom prst="line">
            <a:avLst/>
          </a:prstGeom>
          <a:noFill/>
          <a:ln w="15875" algn="ctr">
            <a:solidFill>
              <a:srgbClr val="CC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3" name="Text Box 8">
            <a:extLst>
              <a:ext uri="{FF2B5EF4-FFF2-40B4-BE49-F238E27FC236}">
                <a16:creationId xmlns:a16="http://schemas.microsoft.com/office/drawing/2014/main" id="{D582836B-4A53-CE9E-A662-6FA2D15B646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89817" y="6453188"/>
            <a:ext cx="1257300" cy="184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ctr" anchorCtr="0">
            <a:spAutoFit/>
          </a:bodyPr>
          <a:lstStyle>
            <a:lvl1pPr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en-US" sz="1200" noProof="0" dirty="0">
                <a:latin typeface="Verdana" panose="020B0604030504040204" pitchFamily="34" charset="0"/>
              </a:rPr>
              <a:t>www.ulaval.ca</a:t>
            </a:r>
          </a:p>
        </p:txBody>
      </p:sp>
      <p:pic>
        <p:nvPicPr>
          <p:cNvPr id="14" name="Picture 2">
            <a:extLst>
              <a:ext uri="{FF2B5EF4-FFF2-40B4-BE49-F238E27FC236}">
                <a16:creationId xmlns:a16="http://schemas.microsoft.com/office/drawing/2014/main" id="{912FF055-14B2-D80C-9FAD-9EE61BB30A7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7392" y="6240463"/>
            <a:ext cx="1449388" cy="6016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Espace réservé du pied de page 2">
            <a:extLst>
              <a:ext uri="{FF2B5EF4-FFF2-40B4-BE49-F238E27FC236}">
                <a16:creationId xmlns:a16="http://schemas.microsoft.com/office/drawing/2014/main" id="{1A845D86-6ECD-3588-8A5B-B26BCED9E4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503364" y="6385024"/>
            <a:ext cx="8086381" cy="307777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algn="just"/>
            <a:r>
              <a:rPr lang="en-US" sz="1400" noProof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Aluminum I-Beams - FRQNT, Mar 26, 2025 – </a:t>
            </a:r>
            <a:r>
              <a:rPr lang="en-US" sz="1400" noProof="0" dirty="0">
                <a:solidFill>
                  <a:schemeClr val="tx1"/>
                </a:solidFill>
              </a:rPr>
              <a:t>Kokou ATTIOGBE</a:t>
            </a:r>
            <a:endParaRPr lang="en-US" sz="1400" noProof="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0D4ED682-A0A4-A84F-9019-8E129B354C13}"/>
                  </a:ext>
                </a:extLst>
              </p14:cNvPr>
              <p14:cNvContentPartPr/>
              <p14:nvPr/>
            </p14:nvContentPartPr>
            <p14:xfrm>
              <a:off x="258990" y="2219115"/>
              <a:ext cx="7920" cy="432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0D4ED682-A0A4-A84F-9019-8E129B354C13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252870" y="2212995"/>
                <a:ext cx="20160" cy="16560"/>
              </a:xfrm>
              <a:prstGeom prst="rect">
                <a:avLst/>
              </a:prstGeom>
            </p:spPr>
          </p:pic>
        </mc:Fallback>
      </mc:AlternateContent>
      <p:sp>
        <p:nvSpPr>
          <p:cNvPr id="6" name="TextBox 5">
            <a:extLst>
              <a:ext uri="{FF2B5EF4-FFF2-40B4-BE49-F238E27FC236}">
                <a16:creationId xmlns:a16="http://schemas.microsoft.com/office/drawing/2014/main" id="{519421F9-B27A-88A4-1338-115ED8B7B526}"/>
              </a:ext>
            </a:extLst>
          </p:cNvPr>
          <p:cNvSpPr txBox="1"/>
          <p:nvPr/>
        </p:nvSpPr>
        <p:spPr>
          <a:xfrm>
            <a:off x="1471871" y="1064422"/>
            <a:ext cx="2225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noProof="0" dirty="0">
                <a:solidFill>
                  <a:srgbClr val="CC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Parametric study: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8D8A1FD6-2287-33BD-369F-AC05DD0E79A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92181826"/>
              </p:ext>
            </p:extLst>
          </p:nvPr>
        </p:nvGraphicFramePr>
        <p:xfrm>
          <a:off x="1958828" y="1359160"/>
          <a:ext cx="9524181" cy="4668661"/>
        </p:xfrm>
        <a:graphic>
          <a:graphicData uri="http://schemas.openxmlformats.org/drawingml/2006/table">
            <a:tbl>
              <a:tblPr bandRow="1">
                <a:tableStyleId>{21E4AEA4-8DFA-4A89-87EB-49C32662AFE0}</a:tableStyleId>
              </a:tblPr>
              <a:tblGrid>
                <a:gridCol w="1209939">
                  <a:extLst>
                    <a:ext uri="{9D8B030D-6E8A-4147-A177-3AD203B41FA5}">
                      <a16:colId xmlns:a16="http://schemas.microsoft.com/office/drawing/2014/main" val="3480852726"/>
                    </a:ext>
                  </a:extLst>
                </a:gridCol>
                <a:gridCol w="1557388">
                  <a:extLst>
                    <a:ext uri="{9D8B030D-6E8A-4147-A177-3AD203B41FA5}">
                      <a16:colId xmlns:a16="http://schemas.microsoft.com/office/drawing/2014/main" val="3981829342"/>
                    </a:ext>
                  </a:extLst>
                </a:gridCol>
                <a:gridCol w="784825">
                  <a:extLst>
                    <a:ext uri="{9D8B030D-6E8A-4147-A177-3AD203B41FA5}">
                      <a16:colId xmlns:a16="http://schemas.microsoft.com/office/drawing/2014/main" val="2602943673"/>
                    </a:ext>
                  </a:extLst>
                </a:gridCol>
                <a:gridCol w="784825">
                  <a:extLst>
                    <a:ext uri="{9D8B030D-6E8A-4147-A177-3AD203B41FA5}">
                      <a16:colId xmlns:a16="http://schemas.microsoft.com/office/drawing/2014/main" val="971541298"/>
                    </a:ext>
                  </a:extLst>
                </a:gridCol>
                <a:gridCol w="1214027">
                  <a:extLst>
                    <a:ext uri="{9D8B030D-6E8A-4147-A177-3AD203B41FA5}">
                      <a16:colId xmlns:a16="http://schemas.microsoft.com/office/drawing/2014/main" val="2919883694"/>
                    </a:ext>
                  </a:extLst>
                </a:gridCol>
                <a:gridCol w="997382">
                  <a:extLst>
                    <a:ext uri="{9D8B030D-6E8A-4147-A177-3AD203B41FA5}">
                      <a16:colId xmlns:a16="http://schemas.microsoft.com/office/drawing/2014/main" val="2374030680"/>
                    </a:ext>
                  </a:extLst>
                </a:gridCol>
                <a:gridCol w="908456">
                  <a:extLst>
                    <a:ext uri="{9D8B030D-6E8A-4147-A177-3AD203B41FA5}">
                      <a16:colId xmlns:a16="http://schemas.microsoft.com/office/drawing/2014/main" val="4131382707"/>
                    </a:ext>
                  </a:extLst>
                </a:gridCol>
                <a:gridCol w="649356">
                  <a:extLst>
                    <a:ext uri="{9D8B030D-6E8A-4147-A177-3AD203B41FA5}">
                      <a16:colId xmlns:a16="http://schemas.microsoft.com/office/drawing/2014/main" val="2404474055"/>
                    </a:ext>
                  </a:extLst>
                </a:gridCol>
                <a:gridCol w="1417983">
                  <a:extLst>
                    <a:ext uri="{9D8B030D-6E8A-4147-A177-3AD203B41FA5}">
                      <a16:colId xmlns:a16="http://schemas.microsoft.com/office/drawing/2014/main" val="842249235"/>
                    </a:ext>
                  </a:extLst>
                </a:gridCol>
              </a:tblGrid>
              <a:tr h="43384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u="none" strike="noStrike">
                          <a:effectLst/>
                        </a:rPr>
                        <a:t>Material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u="none" strike="noStrike">
                          <a:effectLst/>
                        </a:rPr>
                        <a:t>Manufacturing type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u="none" strike="noStrike">
                          <a:effectLst/>
                        </a:rPr>
                        <a:t>Sections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u="none" strike="noStrike">
                          <a:effectLst/>
                        </a:rPr>
                        <a:t>Length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u="none" strike="noStrike" dirty="0">
                          <a:effectLst/>
                        </a:rPr>
                        <a:t>GMNIA (L+G)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u="none" strike="noStrike" dirty="0">
                          <a:effectLst/>
                        </a:rPr>
                        <a:t>GMNIA (L)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u="none" strike="noStrike">
                          <a:effectLst/>
                        </a:rPr>
                        <a:t>GMNIA (G)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u="none" strike="noStrike">
                          <a:effectLst/>
                        </a:rPr>
                        <a:t>LBA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u="none" strike="noStrike">
                          <a:effectLst/>
                        </a:rPr>
                        <a:t>Nbr of simulations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651849313"/>
                  </a:ext>
                </a:extLst>
              </a:tr>
              <a:tr h="22165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u="none" strike="noStrike">
                          <a:effectLst/>
                        </a:rPr>
                        <a:t>S690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u="none" strike="noStrike">
                          <a:effectLst/>
                        </a:rPr>
                        <a:t>Welded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400" u="none" strike="noStrike">
                          <a:effectLst/>
                        </a:rPr>
                        <a:t>12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400" u="none" strike="noStrike">
                          <a:effectLst/>
                        </a:rPr>
                        <a:t>8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400" u="none" strike="noStrike">
                          <a:effectLst/>
                        </a:rPr>
                        <a:t>1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400" u="none" strike="noStrike">
                          <a:effectLst/>
                        </a:rPr>
                        <a:t>0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400" u="none" strike="noStrike">
                          <a:effectLst/>
                        </a:rPr>
                        <a:t>0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 rowSpan="3"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400" u="none" strike="noStrike" dirty="0">
                          <a:effectLst/>
                        </a:rPr>
                        <a:t>288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50951181"/>
                  </a:ext>
                </a:extLst>
              </a:tr>
              <a:tr h="22165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u="none" strike="noStrike">
                          <a:effectLst/>
                        </a:rPr>
                        <a:t>S460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u="none" strike="noStrike">
                          <a:effectLst/>
                        </a:rPr>
                        <a:t>Welded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400" u="none" strike="noStrike" dirty="0">
                          <a:effectLst/>
                        </a:rPr>
                        <a:t>12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400" u="none" strike="noStrike">
                          <a:effectLst/>
                        </a:rPr>
                        <a:t>8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400" u="none" strike="noStrike">
                          <a:effectLst/>
                        </a:rPr>
                        <a:t>1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400" u="none" strike="noStrike">
                          <a:effectLst/>
                        </a:rPr>
                        <a:t>0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400" u="none" strike="noStrike">
                          <a:effectLst/>
                        </a:rPr>
                        <a:t>0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89515240"/>
                  </a:ext>
                </a:extLst>
              </a:tr>
              <a:tr h="22165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u="none" strike="noStrike">
                          <a:effectLst/>
                        </a:rPr>
                        <a:t>S355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u="none" strike="noStrike">
                          <a:effectLst/>
                        </a:rPr>
                        <a:t>Welded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400" u="none" strike="noStrike">
                          <a:effectLst/>
                        </a:rPr>
                        <a:t>12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400" u="none" strike="noStrike">
                          <a:effectLst/>
                        </a:rPr>
                        <a:t>8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400" u="none" strike="noStrike">
                          <a:effectLst/>
                        </a:rPr>
                        <a:t>1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400" u="none" strike="noStrike">
                          <a:effectLst/>
                        </a:rPr>
                        <a:t>0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400" u="none" strike="noStrike">
                          <a:effectLst/>
                        </a:rPr>
                        <a:t>0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0277641"/>
                  </a:ext>
                </a:extLst>
              </a:tr>
              <a:tr h="22165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42380219"/>
                  </a:ext>
                </a:extLst>
              </a:tr>
              <a:tr h="22165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u="none" strike="noStrike">
                          <a:effectLst/>
                        </a:rPr>
                        <a:t>S690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u="none" strike="noStrike">
                          <a:effectLst/>
                        </a:rPr>
                        <a:t>Welded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400" u="none" strike="noStrike">
                          <a:effectLst/>
                        </a:rPr>
                        <a:t>12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400" u="none" strike="noStrike">
                          <a:effectLst/>
                        </a:rPr>
                        <a:t>8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400" u="none" strike="noStrike" dirty="0">
                          <a:effectLst/>
                        </a:rPr>
                        <a:t>0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400" u="none" strike="noStrike">
                          <a:effectLst/>
                        </a:rPr>
                        <a:t>1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400" u="none" strike="noStrike">
                          <a:effectLst/>
                        </a:rPr>
                        <a:t>0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 rowSpan="3"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400" u="none" strike="noStrike" dirty="0">
                          <a:effectLst/>
                        </a:rPr>
                        <a:t>288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451701537"/>
                  </a:ext>
                </a:extLst>
              </a:tr>
              <a:tr h="22165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u="none" strike="noStrike">
                          <a:effectLst/>
                        </a:rPr>
                        <a:t>S460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u="none" strike="noStrike">
                          <a:effectLst/>
                        </a:rPr>
                        <a:t>Welded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400" u="none" strike="noStrike">
                          <a:effectLst/>
                        </a:rPr>
                        <a:t>12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400" u="none" strike="noStrike">
                          <a:effectLst/>
                        </a:rPr>
                        <a:t>8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400" u="none" strike="noStrike">
                          <a:effectLst/>
                        </a:rPr>
                        <a:t>0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400" u="none" strike="noStrike">
                          <a:effectLst/>
                        </a:rPr>
                        <a:t>1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400" u="none" strike="noStrike">
                          <a:effectLst/>
                        </a:rPr>
                        <a:t>0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35234763"/>
                  </a:ext>
                </a:extLst>
              </a:tr>
              <a:tr h="22165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u="none" strike="noStrike" dirty="0">
                          <a:effectLst/>
                        </a:rPr>
                        <a:t>S355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u="none" strike="noStrike" dirty="0">
                          <a:effectLst/>
                        </a:rPr>
                        <a:t>Welded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400" u="none" strike="noStrike" dirty="0">
                          <a:effectLst/>
                        </a:rPr>
                        <a:t>12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400" u="none" strike="noStrike" dirty="0">
                          <a:effectLst/>
                        </a:rPr>
                        <a:t>8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400" u="none" strike="noStrike" dirty="0">
                          <a:effectLst/>
                        </a:rPr>
                        <a:t>0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400" u="none" strike="noStrike" dirty="0">
                          <a:effectLst/>
                        </a:rPr>
                        <a:t>1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400" u="none" strike="noStrike">
                          <a:effectLst/>
                        </a:rPr>
                        <a:t>0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47578479"/>
                  </a:ext>
                </a:extLst>
              </a:tr>
              <a:tr h="22165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476884435"/>
                  </a:ext>
                </a:extLst>
              </a:tr>
              <a:tr h="22165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u="none" strike="noStrike">
                          <a:effectLst/>
                        </a:rPr>
                        <a:t>S690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u="none" strike="noStrike" dirty="0">
                          <a:effectLst/>
                        </a:rPr>
                        <a:t>HR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400" u="none" strike="noStrike">
                          <a:effectLst/>
                        </a:rPr>
                        <a:t>12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400" u="none" strike="noStrike">
                          <a:effectLst/>
                        </a:rPr>
                        <a:t>8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400" u="none" strike="noStrike">
                          <a:effectLst/>
                        </a:rPr>
                        <a:t>1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400" u="none" strike="noStrike">
                          <a:effectLst/>
                        </a:rPr>
                        <a:t>0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400" u="none" strike="noStrike">
                          <a:effectLst/>
                        </a:rPr>
                        <a:t>0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 rowSpan="3"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400" u="none" strike="noStrike" dirty="0">
                          <a:effectLst/>
                        </a:rPr>
                        <a:t>288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825564796"/>
                  </a:ext>
                </a:extLst>
              </a:tr>
              <a:tr h="22165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u="none" strike="noStrike">
                          <a:effectLst/>
                        </a:rPr>
                        <a:t>S460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u="none" strike="noStrike" dirty="0">
                          <a:effectLst/>
                        </a:rPr>
                        <a:t>HR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400" u="none" strike="noStrike">
                          <a:effectLst/>
                        </a:rPr>
                        <a:t>12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400" u="none" strike="noStrike">
                          <a:effectLst/>
                        </a:rPr>
                        <a:t>8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400" u="none" strike="noStrike">
                          <a:effectLst/>
                        </a:rPr>
                        <a:t>1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400" u="none" strike="noStrike">
                          <a:effectLst/>
                        </a:rPr>
                        <a:t>0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400" u="none" strike="noStrike">
                          <a:effectLst/>
                        </a:rPr>
                        <a:t>0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61336559"/>
                  </a:ext>
                </a:extLst>
              </a:tr>
              <a:tr h="22165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u="none" strike="noStrike">
                          <a:effectLst/>
                        </a:rPr>
                        <a:t>S355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u="none" strike="noStrike">
                          <a:effectLst/>
                        </a:rPr>
                        <a:t>HR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400" u="none" strike="noStrike">
                          <a:effectLst/>
                        </a:rPr>
                        <a:t>12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400" u="none" strike="noStrike">
                          <a:effectLst/>
                        </a:rPr>
                        <a:t>8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400" u="none" strike="noStrike">
                          <a:effectLst/>
                        </a:rPr>
                        <a:t>1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400" u="none" strike="noStrike">
                          <a:effectLst/>
                        </a:rPr>
                        <a:t>0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400" u="none" strike="noStrike">
                          <a:effectLst/>
                        </a:rPr>
                        <a:t>0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92328726"/>
                  </a:ext>
                </a:extLst>
              </a:tr>
              <a:tr h="22165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4267361103"/>
                  </a:ext>
                </a:extLst>
              </a:tr>
              <a:tr h="22165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u="none" strike="noStrike">
                          <a:effectLst/>
                        </a:rPr>
                        <a:t>S690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u="none" strike="noStrike">
                          <a:effectLst/>
                        </a:rPr>
                        <a:t>HR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400" u="none" strike="noStrike">
                          <a:effectLst/>
                        </a:rPr>
                        <a:t>12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400" u="none" strike="noStrike">
                          <a:effectLst/>
                        </a:rPr>
                        <a:t>8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400" u="none" strike="noStrike">
                          <a:effectLst/>
                        </a:rPr>
                        <a:t>0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400" u="none" strike="noStrike">
                          <a:effectLst/>
                        </a:rPr>
                        <a:t>1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400" u="none" strike="noStrike">
                          <a:effectLst/>
                        </a:rPr>
                        <a:t>0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 rowSpan="3"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400" u="none" strike="noStrike">
                          <a:effectLst/>
                        </a:rPr>
                        <a:t>288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405646084"/>
                  </a:ext>
                </a:extLst>
              </a:tr>
              <a:tr h="22165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u="none" strike="noStrike">
                          <a:effectLst/>
                        </a:rPr>
                        <a:t>S460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u="none" strike="noStrike">
                          <a:effectLst/>
                        </a:rPr>
                        <a:t>HR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400" u="none" strike="noStrike">
                          <a:effectLst/>
                        </a:rPr>
                        <a:t>12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400" u="none" strike="noStrike">
                          <a:effectLst/>
                        </a:rPr>
                        <a:t>8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400" u="none" strike="noStrike" dirty="0">
                          <a:effectLst/>
                        </a:rPr>
                        <a:t>0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400" u="none" strike="noStrike">
                          <a:effectLst/>
                        </a:rPr>
                        <a:t>1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400" u="none" strike="noStrike">
                          <a:effectLst/>
                        </a:rPr>
                        <a:t>0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15707992"/>
                  </a:ext>
                </a:extLst>
              </a:tr>
              <a:tr h="22165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u="none" strike="noStrike">
                          <a:effectLst/>
                        </a:rPr>
                        <a:t>S355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u="none" strike="noStrike">
                          <a:effectLst/>
                        </a:rPr>
                        <a:t>HR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400" u="none" strike="noStrike">
                          <a:effectLst/>
                        </a:rPr>
                        <a:t>12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400" u="none" strike="noStrike">
                          <a:effectLst/>
                        </a:rPr>
                        <a:t>8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400" u="none" strike="noStrike">
                          <a:effectLst/>
                        </a:rPr>
                        <a:t>0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400" u="none" strike="noStrike">
                          <a:effectLst/>
                        </a:rPr>
                        <a:t>1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400" u="none" strike="noStrike">
                          <a:effectLst/>
                        </a:rPr>
                        <a:t>0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17926309"/>
                  </a:ext>
                </a:extLst>
              </a:tr>
              <a:tr h="22165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875927836"/>
                  </a:ext>
                </a:extLst>
              </a:tr>
              <a:tr h="22165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u="none" strike="noStrike">
                          <a:effectLst/>
                        </a:rPr>
                        <a:t>-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u="none" strike="noStrike">
                          <a:effectLst/>
                        </a:rPr>
                        <a:t>-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400" u="none" strike="noStrike" dirty="0">
                          <a:effectLst/>
                        </a:rPr>
                        <a:t>12*3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400" u="none" strike="noStrike" dirty="0">
                          <a:effectLst/>
                        </a:rPr>
                        <a:t>1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r-F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400" u="none" strike="noStrike" dirty="0">
                          <a:effectLst/>
                        </a:rPr>
                        <a:t>12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190034926"/>
                  </a:ext>
                </a:extLst>
              </a:tr>
              <a:tr h="22165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308311670"/>
                  </a:ext>
                </a:extLst>
              </a:tr>
              <a:tr h="22165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u="none" strike="noStrike">
                          <a:effectLst/>
                        </a:rPr>
                        <a:t>Total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400" u="none" strike="noStrike" dirty="0">
                          <a:effectLst/>
                        </a:rPr>
                        <a:t>1188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413829267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0557785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F7CD81-B203-1ABA-2708-F03599F72A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7">
            <a:extLst>
              <a:ext uri="{FF2B5EF4-FFF2-40B4-BE49-F238E27FC236}">
                <a16:creationId xmlns:a16="http://schemas.microsoft.com/office/drawing/2014/main" id="{664E10F6-78D1-06A1-2E3C-45F34B53AA1E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470" b="15347"/>
          <a:stretch>
            <a:fillRect/>
          </a:stretch>
        </p:blipFill>
        <p:spPr bwMode="auto">
          <a:xfrm>
            <a:off x="0" y="919959"/>
            <a:ext cx="12192000" cy="53887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Rectangle 2">
            <a:extLst>
              <a:ext uri="{FF2B5EF4-FFF2-40B4-BE49-F238E27FC236}">
                <a16:creationId xmlns:a16="http://schemas.microsoft.com/office/drawing/2014/main" id="{2634B1FF-41A3-A61E-8703-8FFFDF6520D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9320" y="221898"/>
            <a:ext cx="11699914" cy="4801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2800" b="1" noProof="0" dirty="0">
                <a:solidFill>
                  <a:srgbClr val="CC0000"/>
                </a:solidFill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1. Design steel column : </a:t>
            </a:r>
            <a:r>
              <a:rPr lang="en-US" sz="2800" b="1" dirty="0">
                <a:solidFill>
                  <a:srgbClr val="CC0000"/>
                </a:solidFill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welded sections</a:t>
            </a:r>
            <a:endParaRPr lang="en-US" sz="2800" b="1" noProof="0" dirty="0">
              <a:solidFill>
                <a:srgbClr val="CC0000"/>
              </a:solidFill>
              <a:latin typeface="Times New Roman" panose="02020603050405020304" pitchFamily="18" charset="0"/>
              <a:ea typeface="Verdana" panose="020B060403050404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2" name="Rectangle 6">
            <a:extLst>
              <a:ext uri="{FF2B5EF4-FFF2-40B4-BE49-F238E27FC236}">
                <a16:creationId xmlns:a16="http://schemas.microsoft.com/office/drawing/2014/main" id="{457CA570-6608-E60B-9477-62B1CF73932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11154558" y="6396932"/>
            <a:ext cx="881754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>
            <a:lvl1pPr algn="r">
              <a:defRPr sz="1200" smtClean="0">
                <a:latin typeface="Verdana" panose="020B0604030504040204" pitchFamily="34" charset="0"/>
              </a:defRPr>
            </a:lvl1pPr>
          </a:lstStyle>
          <a:p>
            <a:pPr>
              <a:defRPr/>
            </a:pPr>
            <a:r>
              <a:rPr lang="en-US" sz="1400" noProof="0" dirty="0">
                <a:solidFill>
                  <a:schemeClr val="bg2">
                    <a:lumMod val="9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</p:txBody>
      </p:sp>
      <p:cxnSp>
        <p:nvCxnSpPr>
          <p:cNvPr id="15" name="Straight Connector 4">
            <a:extLst>
              <a:ext uri="{FF2B5EF4-FFF2-40B4-BE49-F238E27FC236}">
                <a16:creationId xmlns:a16="http://schemas.microsoft.com/office/drawing/2014/main" id="{B8C8DCC0-EC1A-CD2E-2F5B-970F73474188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0" y="919959"/>
            <a:ext cx="12192000" cy="0"/>
          </a:xfrm>
          <a:prstGeom prst="line">
            <a:avLst/>
          </a:prstGeom>
          <a:noFill/>
          <a:ln w="15875" algn="ctr">
            <a:solidFill>
              <a:srgbClr val="CC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3" name="Text Box 8">
            <a:extLst>
              <a:ext uri="{FF2B5EF4-FFF2-40B4-BE49-F238E27FC236}">
                <a16:creationId xmlns:a16="http://schemas.microsoft.com/office/drawing/2014/main" id="{60CD1FD1-9467-2FAA-D5A4-286E04B6484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89817" y="6453188"/>
            <a:ext cx="1257300" cy="184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ctr" anchorCtr="0">
            <a:spAutoFit/>
          </a:bodyPr>
          <a:lstStyle>
            <a:lvl1pPr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en-US" sz="1200" noProof="0" dirty="0">
                <a:latin typeface="Verdana" panose="020B0604030504040204" pitchFamily="34" charset="0"/>
              </a:rPr>
              <a:t>www.ulaval.ca</a:t>
            </a:r>
          </a:p>
        </p:txBody>
      </p:sp>
      <p:pic>
        <p:nvPicPr>
          <p:cNvPr id="14" name="Picture 2">
            <a:extLst>
              <a:ext uri="{FF2B5EF4-FFF2-40B4-BE49-F238E27FC236}">
                <a16:creationId xmlns:a16="http://schemas.microsoft.com/office/drawing/2014/main" id="{BCA3F091-DA7D-AEB7-5EFF-9DE591D7F42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7392" y="6240463"/>
            <a:ext cx="1449388" cy="6016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Espace réservé du pied de page 2">
            <a:extLst>
              <a:ext uri="{FF2B5EF4-FFF2-40B4-BE49-F238E27FC236}">
                <a16:creationId xmlns:a16="http://schemas.microsoft.com/office/drawing/2014/main" id="{2F0A782F-65F4-7904-0D1A-CA746E579E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503364" y="6385024"/>
            <a:ext cx="8086381" cy="307777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algn="just"/>
            <a:r>
              <a:rPr lang="en-US" sz="1400" noProof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Aluminum I-Beams - FRQNT, Mar 26, 2025 – </a:t>
            </a:r>
            <a:r>
              <a:rPr lang="en-US" sz="1400" noProof="0" dirty="0">
                <a:solidFill>
                  <a:schemeClr val="tx1"/>
                </a:solidFill>
              </a:rPr>
              <a:t>Kokou ATTIOGBE</a:t>
            </a:r>
            <a:endParaRPr lang="en-US" sz="1400" noProof="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65244421-E211-36A4-10DC-1F1C00AE97F8}"/>
                  </a:ext>
                </a:extLst>
              </p14:cNvPr>
              <p14:cNvContentPartPr/>
              <p14:nvPr/>
            </p14:nvContentPartPr>
            <p14:xfrm>
              <a:off x="258990" y="2219115"/>
              <a:ext cx="7920" cy="432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65244421-E211-36A4-10DC-1F1C00AE97F8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252870" y="2212995"/>
                <a:ext cx="20160" cy="16560"/>
              </a:xfrm>
              <a:prstGeom prst="rect">
                <a:avLst/>
              </a:prstGeom>
            </p:spPr>
          </p:pic>
        </mc:Fallback>
      </mc:AlternateContent>
      <p:sp>
        <p:nvSpPr>
          <p:cNvPr id="6" name="TextBox 5">
            <a:extLst>
              <a:ext uri="{FF2B5EF4-FFF2-40B4-BE49-F238E27FC236}">
                <a16:creationId xmlns:a16="http://schemas.microsoft.com/office/drawing/2014/main" id="{9FB58ADF-ED09-F010-EA65-DEBDA274E0C4}"/>
              </a:ext>
            </a:extLst>
          </p:cNvPr>
          <p:cNvSpPr txBox="1"/>
          <p:nvPr/>
        </p:nvSpPr>
        <p:spPr>
          <a:xfrm>
            <a:off x="1471870" y="1064422"/>
            <a:ext cx="58950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>
                <a:solidFill>
                  <a:srgbClr val="CC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Parametric study result </a:t>
            </a:r>
            <a:r>
              <a:rPr lang="en-US" noProof="0" dirty="0">
                <a:solidFill>
                  <a:srgbClr val="CC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</a:t>
            </a:r>
            <a:r>
              <a:rPr lang="en-US" dirty="0"/>
              <a:t>elded sections ‘S1’ I shape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F46B9A1-C8C4-7A96-6F22-B647BCFCC809}"/>
              </a:ext>
            </a:extLst>
          </p:cNvPr>
          <p:cNvSpPr txBox="1"/>
          <p:nvPr/>
        </p:nvSpPr>
        <p:spPr>
          <a:xfrm>
            <a:off x="1716780" y="1578216"/>
            <a:ext cx="8270577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Two types of geometrical imperfections must be taken into consideration: local and global imperfections (EN3)</a:t>
            </a:r>
          </a:p>
          <a:p>
            <a:r>
              <a:rPr lang="en-US" dirty="0"/>
              <a:t>Wo = h/200</a:t>
            </a:r>
            <a:br>
              <a:rPr lang="en-US" dirty="0"/>
            </a:br>
            <a:r>
              <a:rPr lang="en-US" dirty="0" err="1"/>
              <a:t>Wg</a:t>
            </a:r>
            <a:r>
              <a:rPr lang="en-US" dirty="0"/>
              <a:t>= </a:t>
            </a:r>
            <a:r>
              <a:rPr lang="en-US" dirty="0" err="1"/>
              <a:t>Lcr</a:t>
            </a:r>
            <a:r>
              <a:rPr lang="en-US" dirty="0"/>
              <a:t>/1000</a:t>
            </a:r>
          </a:p>
        </p:txBody>
      </p:sp>
    </p:spTree>
    <p:extLst>
      <p:ext uri="{BB962C8B-B14F-4D97-AF65-F5344CB8AC3E}">
        <p14:creationId xmlns:p14="http://schemas.microsoft.com/office/powerpoint/2010/main" val="332355567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EAEF9C-A265-A104-8CC1-3110B30B76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7">
            <a:extLst>
              <a:ext uri="{FF2B5EF4-FFF2-40B4-BE49-F238E27FC236}">
                <a16:creationId xmlns:a16="http://schemas.microsoft.com/office/drawing/2014/main" id="{4D92D305-4485-884C-88FE-0FBFDC5C973A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470" b="15347"/>
          <a:stretch>
            <a:fillRect/>
          </a:stretch>
        </p:blipFill>
        <p:spPr bwMode="auto">
          <a:xfrm>
            <a:off x="0" y="919959"/>
            <a:ext cx="12192000" cy="53887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Rectangle 2">
            <a:extLst>
              <a:ext uri="{FF2B5EF4-FFF2-40B4-BE49-F238E27FC236}">
                <a16:creationId xmlns:a16="http://schemas.microsoft.com/office/drawing/2014/main" id="{8868D37F-9F9C-8A79-8155-6B95105B7C6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9320" y="221898"/>
            <a:ext cx="11699914" cy="4801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2800" b="1" noProof="0" dirty="0">
                <a:solidFill>
                  <a:srgbClr val="CC0000"/>
                </a:solidFill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1. Design steel column : </a:t>
            </a:r>
            <a:r>
              <a:rPr lang="en-US" sz="2800" b="1" dirty="0">
                <a:solidFill>
                  <a:srgbClr val="CC0000"/>
                </a:solidFill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welded sections</a:t>
            </a:r>
            <a:endParaRPr lang="en-US" sz="2800" b="1" noProof="0" dirty="0">
              <a:solidFill>
                <a:srgbClr val="CC0000"/>
              </a:solidFill>
              <a:latin typeface="Times New Roman" panose="02020603050405020304" pitchFamily="18" charset="0"/>
              <a:ea typeface="Verdana" panose="020B060403050404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2" name="Rectangle 6">
            <a:extLst>
              <a:ext uri="{FF2B5EF4-FFF2-40B4-BE49-F238E27FC236}">
                <a16:creationId xmlns:a16="http://schemas.microsoft.com/office/drawing/2014/main" id="{D3100FD8-C946-7911-0A91-C930E5255B4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11154558" y="6396932"/>
            <a:ext cx="881754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>
            <a:lvl1pPr algn="r">
              <a:defRPr sz="1200" smtClean="0">
                <a:latin typeface="Verdana" panose="020B0604030504040204" pitchFamily="34" charset="0"/>
              </a:defRPr>
            </a:lvl1pPr>
          </a:lstStyle>
          <a:p>
            <a:pPr>
              <a:defRPr/>
            </a:pPr>
            <a:r>
              <a:rPr lang="en-US" sz="1400" noProof="0" dirty="0">
                <a:solidFill>
                  <a:schemeClr val="bg2">
                    <a:lumMod val="9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</p:txBody>
      </p:sp>
      <p:cxnSp>
        <p:nvCxnSpPr>
          <p:cNvPr id="15" name="Straight Connector 4">
            <a:extLst>
              <a:ext uri="{FF2B5EF4-FFF2-40B4-BE49-F238E27FC236}">
                <a16:creationId xmlns:a16="http://schemas.microsoft.com/office/drawing/2014/main" id="{5BED500C-8D34-C2B1-9A1E-5FC9997D6B03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0" y="919959"/>
            <a:ext cx="12192000" cy="0"/>
          </a:xfrm>
          <a:prstGeom prst="line">
            <a:avLst/>
          </a:prstGeom>
          <a:noFill/>
          <a:ln w="15875" algn="ctr">
            <a:solidFill>
              <a:srgbClr val="CC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3" name="Text Box 8">
            <a:extLst>
              <a:ext uri="{FF2B5EF4-FFF2-40B4-BE49-F238E27FC236}">
                <a16:creationId xmlns:a16="http://schemas.microsoft.com/office/drawing/2014/main" id="{411DB14F-E05C-4FD7-8A7D-C81E49A4442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89817" y="6453188"/>
            <a:ext cx="1257300" cy="184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ctr" anchorCtr="0">
            <a:spAutoFit/>
          </a:bodyPr>
          <a:lstStyle>
            <a:lvl1pPr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en-US" sz="1200" noProof="0" dirty="0">
                <a:latin typeface="Verdana" panose="020B0604030504040204" pitchFamily="34" charset="0"/>
              </a:rPr>
              <a:t>www.ulaval.ca</a:t>
            </a:r>
          </a:p>
        </p:txBody>
      </p:sp>
      <p:pic>
        <p:nvPicPr>
          <p:cNvPr id="14" name="Picture 2">
            <a:extLst>
              <a:ext uri="{FF2B5EF4-FFF2-40B4-BE49-F238E27FC236}">
                <a16:creationId xmlns:a16="http://schemas.microsoft.com/office/drawing/2014/main" id="{AD3A7A5F-36D6-50F9-3DC2-D5549C7E0E3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7392" y="6240463"/>
            <a:ext cx="1449388" cy="6016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Espace réservé du pied de page 2">
            <a:extLst>
              <a:ext uri="{FF2B5EF4-FFF2-40B4-BE49-F238E27FC236}">
                <a16:creationId xmlns:a16="http://schemas.microsoft.com/office/drawing/2014/main" id="{AEAC1E22-EAB3-9C1A-A2C1-0913C1DF35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503364" y="6385024"/>
            <a:ext cx="8086381" cy="307777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algn="just"/>
            <a:r>
              <a:rPr lang="en-US" sz="1400" noProof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Aluminum I-Beams - FRQNT, Mar 26, 2025 – </a:t>
            </a:r>
            <a:r>
              <a:rPr lang="en-US" sz="1400" noProof="0" dirty="0">
                <a:solidFill>
                  <a:schemeClr val="tx1"/>
                </a:solidFill>
              </a:rPr>
              <a:t>Kokou ATTIOGBE</a:t>
            </a:r>
            <a:endParaRPr lang="en-US" sz="1400" noProof="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97B9B870-EB29-E237-EAA5-DB88C2F9662D}"/>
                  </a:ext>
                </a:extLst>
              </p14:cNvPr>
              <p14:cNvContentPartPr/>
              <p14:nvPr/>
            </p14:nvContentPartPr>
            <p14:xfrm>
              <a:off x="258990" y="2219115"/>
              <a:ext cx="7920" cy="432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97B9B870-EB29-E237-EAA5-DB88C2F9662D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252870" y="2212995"/>
                <a:ext cx="20160" cy="16560"/>
              </a:xfrm>
              <a:prstGeom prst="rect">
                <a:avLst/>
              </a:prstGeom>
            </p:spPr>
          </p:pic>
        </mc:Fallback>
      </mc:AlternateContent>
      <p:sp>
        <p:nvSpPr>
          <p:cNvPr id="6" name="TextBox 5">
            <a:extLst>
              <a:ext uri="{FF2B5EF4-FFF2-40B4-BE49-F238E27FC236}">
                <a16:creationId xmlns:a16="http://schemas.microsoft.com/office/drawing/2014/main" id="{580A0D96-1A7E-7DBF-8ADC-4962B22C8EFF}"/>
              </a:ext>
            </a:extLst>
          </p:cNvPr>
          <p:cNvSpPr txBox="1"/>
          <p:nvPr/>
        </p:nvSpPr>
        <p:spPr>
          <a:xfrm>
            <a:off x="1471870" y="1064422"/>
            <a:ext cx="58950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>
                <a:solidFill>
                  <a:srgbClr val="CC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Parametric study result </a:t>
            </a:r>
            <a:r>
              <a:rPr lang="en-US" noProof="0" dirty="0">
                <a:solidFill>
                  <a:srgbClr val="CC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</a:t>
            </a:r>
            <a:r>
              <a:rPr lang="en-US" dirty="0"/>
              <a:t>elded sections ‘S1’ I shape</a:t>
            </a:r>
          </a:p>
        </p:txBody>
      </p:sp>
      <p:graphicFrame>
        <p:nvGraphicFramePr>
          <p:cNvPr id="3" name="Graphique 1">
            <a:extLst>
              <a:ext uri="{FF2B5EF4-FFF2-40B4-BE49-F238E27FC236}">
                <a16:creationId xmlns:a16="http://schemas.microsoft.com/office/drawing/2014/main" id="{50747460-D467-A719-ED69-2D6C41DF2DBC}"/>
              </a:ext>
            </a:extLst>
          </p:cNvPr>
          <p:cNvGraphicFramePr>
            <a:graphicFrameLocks noGrp="1"/>
          </p:cNvGraphicFramePr>
          <p:nvPr/>
        </p:nvGraphicFramePr>
        <p:xfrm>
          <a:off x="2239617" y="1663148"/>
          <a:ext cx="8629910" cy="396470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</p:spTree>
    <p:extLst>
      <p:ext uri="{BB962C8B-B14F-4D97-AF65-F5344CB8AC3E}">
        <p14:creationId xmlns:p14="http://schemas.microsoft.com/office/powerpoint/2010/main" val="45143054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292855-6802-896B-15B7-CC3DEBFC3B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7">
            <a:extLst>
              <a:ext uri="{FF2B5EF4-FFF2-40B4-BE49-F238E27FC236}">
                <a16:creationId xmlns:a16="http://schemas.microsoft.com/office/drawing/2014/main" id="{2945B102-C0B6-FAD9-0755-56AE9DCC01F2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470" b="15347"/>
          <a:stretch>
            <a:fillRect/>
          </a:stretch>
        </p:blipFill>
        <p:spPr bwMode="auto">
          <a:xfrm>
            <a:off x="0" y="919959"/>
            <a:ext cx="12192000" cy="53887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Rectangle 2">
            <a:extLst>
              <a:ext uri="{FF2B5EF4-FFF2-40B4-BE49-F238E27FC236}">
                <a16:creationId xmlns:a16="http://schemas.microsoft.com/office/drawing/2014/main" id="{8584A8B7-704A-B813-72E7-416472EC867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9320" y="221898"/>
            <a:ext cx="11699914" cy="4801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2800" b="1" noProof="0" dirty="0">
                <a:solidFill>
                  <a:srgbClr val="CC0000"/>
                </a:solidFill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1. Design steel column : welded sections</a:t>
            </a:r>
          </a:p>
        </p:txBody>
      </p:sp>
      <p:sp>
        <p:nvSpPr>
          <p:cNvPr id="12" name="Rectangle 6">
            <a:extLst>
              <a:ext uri="{FF2B5EF4-FFF2-40B4-BE49-F238E27FC236}">
                <a16:creationId xmlns:a16="http://schemas.microsoft.com/office/drawing/2014/main" id="{1C35943A-57DE-1CF6-9070-1605C848CFC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11154558" y="6396932"/>
            <a:ext cx="881754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>
            <a:lvl1pPr algn="r">
              <a:defRPr sz="1200" smtClean="0">
                <a:latin typeface="Verdana" panose="020B0604030504040204" pitchFamily="34" charset="0"/>
              </a:defRPr>
            </a:lvl1pPr>
          </a:lstStyle>
          <a:p>
            <a:pPr>
              <a:defRPr/>
            </a:pPr>
            <a:r>
              <a:rPr lang="en-US" sz="1400" noProof="0" dirty="0">
                <a:solidFill>
                  <a:schemeClr val="bg2">
                    <a:lumMod val="9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</p:txBody>
      </p:sp>
      <p:cxnSp>
        <p:nvCxnSpPr>
          <p:cNvPr id="15" name="Straight Connector 4">
            <a:extLst>
              <a:ext uri="{FF2B5EF4-FFF2-40B4-BE49-F238E27FC236}">
                <a16:creationId xmlns:a16="http://schemas.microsoft.com/office/drawing/2014/main" id="{BAC42E8A-4FB6-04DB-1D8F-EAB439802993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0" y="919959"/>
            <a:ext cx="12192000" cy="0"/>
          </a:xfrm>
          <a:prstGeom prst="line">
            <a:avLst/>
          </a:prstGeom>
          <a:noFill/>
          <a:ln w="15875" algn="ctr">
            <a:solidFill>
              <a:srgbClr val="CC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3" name="Text Box 8">
            <a:extLst>
              <a:ext uri="{FF2B5EF4-FFF2-40B4-BE49-F238E27FC236}">
                <a16:creationId xmlns:a16="http://schemas.microsoft.com/office/drawing/2014/main" id="{3C8A4901-C5AD-B704-A50F-E02BAC4EC08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89817" y="6453188"/>
            <a:ext cx="1257300" cy="184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ctr" anchorCtr="0">
            <a:spAutoFit/>
          </a:bodyPr>
          <a:lstStyle>
            <a:lvl1pPr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en-US" sz="1200" noProof="0" dirty="0">
                <a:latin typeface="Verdana" panose="020B0604030504040204" pitchFamily="34" charset="0"/>
              </a:rPr>
              <a:t>www.ulaval.ca</a:t>
            </a:r>
          </a:p>
        </p:txBody>
      </p:sp>
      <p:pic>
        <p:nvPicPr>
          <p:cNvPr id="14" name="Picture 2">
            <a:extLst>
              <a:ext uri="{FF2B5EF4-FFF2-40B4-BE49-F238E27FC236}">
                <a16:creationId xmlns:a16="http://schemas.microsoft.com/office/drawing/2014/main" id="{AF2C6516-F1F3-9889-5B7C-B770792A479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7392" y="6240463"/>
            <a:ext cx="1449388" cy="6016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Espace réservé du pied de page 2">
            <a:extLst>
              <a:ext uri="{FF2B5EF4-FFF2-40B4-BE49-F238E27FC236}">
                <a16:creationId xmlns:a16="http://schemas.microsoft.com/office/drawing/2014/main" id="{44244533-4E39-E2A2-B73D-96BAD194B6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503364" y="6385024"/>
            <a:ext cx="8086381" cy="307777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algn="just"/>
            <a:r>
              <a:rPr lang="en-US" sz="1400" noProof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Aluminum I-Beams - FRQNT, Mar 26, 2025 – </a:t>
            </a:r>
            <a:r>
              <a:rPr lang="en-US" sz="1400" noProof="0" dirty="0">
                <a:solidFill>
                  <a:schemeClr val="tx1"/>
                </a:solidFill>
              </a:rPr>
              <a:t>Kokou ATTIOGBE</a:t>
            </a:r>
            <a:endParaRPr lang="en-US" sz="1400" noProof="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082A7D23-ADB2-3946-4593-F2E824B6498A}"/>
                  </a:ext>
                </a:extLst>
              </p14:cNvPr>
              <p14:cNvContentPartPr/>
              <p14:nvPr/>
            </p14:nvContentPartPr>
            <p14:xfrm>
              <a:off x="258990" y="2219115"/>
              <a:ext cx="7920" cy="432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082A7D23-ADB2-3946-4593-F2E824B6498A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252870" y="2212995"/>
                <a:ext cx="20160" cy="16560"/>
              </a:xfrm>
              <a:prstGeom prst="rect">
                <a:avLst/>
              </a:prstGeom>
            </p:spPr>
          </p:pic>
        </mc:Fallback>
      </mc:AlternateContent>
      <p:sp>
        <p:nvSpPr>
          <p:cNvPr id="6" name="TextBox 5">
            <a:extLst>
              <a:ext uri="{FF2B5EF4-FFF2-40B4-BE49-F238E27FC236}">
                <a16:creationId xmlns:a16="http://schemas.microsoft.com/office/drawing/2014/main" id="{99BCABC6-10A7-D7B4-30F1-D04BA44CFC81}"/>
              </a:ext>
            </a:extLst>
          </p:cNvPr>
          <p:cNvSpPr txBox="1"/>
          <p:nvPr/>
        </p:nvSpPr>
        <p:spPr>
          <a:xfrm>
            <a:off x="1471870" y="1064422"/>
            <a:ext cx="55327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>
                <a:solidFill>
                  <a:srgbClr val="CC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Parametric study result </a:t>
            </a:r>
            <a:r>
              <a:rPr lang="en-US" noProof="0" dirty="0">
                <a:solidFill>
                  <a:srgbClr val="CC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</a:t>
            </a:r>
            <a:r>
              <a:rPr lang="en-US" dirty="0"/>
              <a:t>elded sections ‘S1’ H shape</a:t>
            </a:r>
            <a:endParaRPr lang="en-US" noProof="0" dirty="0">
              <a:solidFill>
                <a:srgbClr val="CC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4" name="Graphique 1">
            <a:extLst>
              <a:ext uri="{FF2B5EF4-FFF2-40B4-BE49-F238E27FC236}">
                <a16:creationId xmlns:a16="http://schemas.microsoft.com/office/drawing/2014/main" id="{00000000-0008-0000-0800-00000200000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14012453"/>
              </p:ext>
            </p:extLst>
          </p:nvPr>
        </p:nvGraphicFramePr>
        <p:xfrm>
          <a:off x="1471870" y="1362596"/>
          <a:ext cx="8735341" cy="450349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</p:spTree>
    <p:extLst>
      <p:ext uri="{BB962C8B-B14F-4D97-AF65-F5344CB8AC3E}">
        <p14:creationId xmlns:p14="http://schemas.microsoft.com/office/powerpoint/2010/main" val="416071036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3E88B3-AC4F-8F5E-D306-92363E8351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7">
            <a:extLst>
              <a:ext uri="{FF2B5EF4-FFF2-40B4-BE49-F238E27FC236}">
                <a16:creationId xmlns:a16="http://schemas.microsoft.com/office/drawing/2014/main" id="{FF75C665-2131-6339-AA73-6A1491AD43C7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470" b="15347"/>
          <a:stretch>
            <a:fillRect/>
          </a:stretch>
        </p:blipFill>
        <p:spPr bwMode="auto">
          <a:xfrm>
            <a:off x="0" y="919959"/>
            <a:ext cx="12192000" cy="53887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Rectangle 2">
            <a:extLst>
              <a:ext uri="{FF2B5EF4-FFF2-40B4-BE49-F238E27FC236}">
                <a16:creationId xmlns:a16="http://schemas.microsoft.com/office/drawing/2014/main" id="{E2348575-D861-8B30-DE6B-9B2B5DC2B54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9320" y="221898"/>
            <a:ext cx="11699914" cy="4801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2800" b="1" noProof="0" dirty="0">
                <a:solidFill>
                  <a:srgbClr val="CC0000"/>
                </a:solidFill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1. Design steel column :</a:t>
            </a:r>
          </a:p>
        </p:txBody>
      </p:sp>
      <p:sp>
        <p:nvSpPr>
          <p:cNvPr id="12" name="Rectangle 6">
            <a:extLst>
              <a:ext uri="{FF2B5EF4-FFF2-40B4-BE49-F238E27FC236}">
                <a16:creationId xmlns:a16="http://schemas.microsoft.com/office/drawing/2014/main" id="{D5DB1BCD-AA97-9ED3-95B8-BA6FF9E90AC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11154558" y="6396932"/>
            <a:ext cx="881754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>
            <a:lvl1pPr algn="r">
              <a:defRPr sz="1200" smtClean="0">
                <a:latin typeface="Verdana" panose="020B0604030504040204" pitchFamily="34" charset="0"/>
              </a:defRPr>
            </a:lvl1pPr>
          </a:lstStyle>
          <a:p>
            <a:pPr>
              <a:defRPr/>
            </a:pPr>
            <a:r>
              <a:rPr lang="en-US" sz="1400" noProof="0" dirty="0">
                <a:solidFill>
                  <a:schemeClr val="bg2">
                    <a:lumMod val="9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</p:txBody>
      </p:sp>
      <p:cxnSp>
        <p:nvCxnSpPr>
          <p:cNvPr id="15" name="Straight Connector 4">
            <a:extLst>
              <a:ext uri="{FF2B5EF4-FFF2-40B4-BE49-F238E27FC236}">
                <a16:creationId xmlns:a16="http://schemas.microsoft.com/office/drawing/2014/main" id="{7E42E245-02B9-E942-863F-0D6FC6C47B60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0" y="919959"/>
            <a:ext cx="12192000" cy="0"/>
          </a:xfrm>
          <a:prstGeom prst="line">
            <a:avLst/>
          </a:prstGeom>
          <a:noFill/>
          <a:ln w="15875" algn="ctr">
            <a:solidFill>
              <a:srgbClr val="CC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3" name="Text Box 8">
            <a:extLst>
              <a:ext uri="{FF2B5EF4-FFF2-40B4-BE49-F238E27FC236}">
                <a16:creationId xmlns:a16="http://schemas.microsoft.com/office/drawing/2014/main" id="{DF44708D-F40D-2864-F0FF-EB4D14C3337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89817" y="6453188"/>
            <a:ext cx="1257300" cy="184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ctr" anchorCtr="0">
            <a:spAutoFit/>
          </a:bodyPr>
          <a:lstStyle>
            <a:lvl1pPr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en-US" sz="1200" noProof="0" dirty="0">
                <a:latin typeface="Verdana" panose="020B0604030504040204" pitchFamily="34" charset="0"/>
              </a:rPr>
              <a:t>www.ulaval.ca</a:t>
            </a:r>
          </a:p>
        </p:txBody>
      </p:sp>
      <p:pic>
        <p:nvPicPr>
          <p:cNvPr id="14" name="Picture 2">
            <a:extLst>
              <a:ext uri="{FF2B5EF4-FFF2-40B4-BE49-F238E27FC236}">
                <a16:creationId xmlns:a16="http://schemas.microsoft.com/office/drawing/2014/main" id="{5E685BC4-5692-978C-CD6A-A199D033A55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7392" y="6240463"/>
            <a:ext cx="1449388" cy="6016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Espace réservé du pied de page 2">
            <a:extLst>
              <a:ext uri="{FF2B5EF4-FFF2-40B4-BE49-F238E27FC236}">
                <a16:creationId xmlns:a16="http://schemas.microsoft.com/office/drawing/2014/main" id="{2F55133C-4A84-3E40-59E8-B51EE526F2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503364" y="6385024"/>
            <a:ext cx="8086381" cy="307777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algn="just"/>
            <a:r>
              <a:rPr lang="en-US" sz="1400" noProof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Aluminum I-Beams - FRQNT, Mar 26, 2025 – </a:t>
            </a:r>
            <a:r>
              <a:rPr lang="en-US" sz="1400" noProof="0" dirty="0">
                <a:solidFill>
                  <a:schemeClr val="tx1"/>
                </a:solidFill>
              </a:rPr>
              <a:t>Kokou ATTIOGBE</a:t>
            </a:r>
            <a:endParaRPr lang="en-US" sz="1400" noProof="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ADE81703-349A-E080-60A4-21BE7C095425}"/>
                  </a:ext>
                </a:extLst>
              </p14:cNvPr>
              <p14:cNvContentPartPr/>
              <p14:nvPr/>
            </p14:nvContentPartPr>
            <p14:xfrm>
              <a:off x="258990" y="2219115"/>
              <a:ext cx="7920" cy="432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ADE81703-349A-E080-60A4-21BE7C095425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252870" y="2212995"/>
                <a:ext cx="20160" cy="16560"/>
              </a:xfrm>
              <a:prstGeom prst="rect">
                <a:avLst/>
              </a:prstGeom>
            </p:spPr>
          </p:pic>
        </mc:Fallback>
      </mc:AlternateContent>
      <p:sp>
        <p:nvSpPr>
          <p:cNvPr id="6" name="TextBox 5">
            <a:extLst>
              <a:ext uri="{FF2B5EF4-FFF2-40B4-BE49-F238E27FC236}">
                <a16:creationId xmlns:a16="http://schemas.microsoft.com/office/drawing/2014/main" id="{B78A1828-009C-25D6-A547-7C9D375E0A3D}"/>
              </a:ext>
            </a:extLst>
          </p:cNvPr>
          <p:cNvSpPr txBox="1"/>
          <p:nvPr/>
        </p:nvSpPr>
        <p:spPr>
          <a:xfrm>
            <a:off x="1471870" y="1064422"/>
            <a:ext cx="49634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>
                <a:solidFill>
                  <a:srgbClr val="CC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Parametric study result </a:t>
            </a:r>
            <a:r>
              <a:rPr lang="en-US" noProof="0" dirty="0">
                <a:solidFill>
                  <a:srgbClr val="CC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C61F81B-BF18-0541-8890-CF55D307A24A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69037" y="1393957"/>
            <a:ext cx="6238758" cy="450854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5CD0C0F-D416-56B8-20BD-4AB196979814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9654" y="1753561"/>
            <a:ext cx="5784626" cy="46996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06017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21120A-340C-369E-D931-54557724D7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7">
            <a:extLst>
              <a:ext uri="{FF2B5EF4-FFF2-40B4-BE49-F238E27FC236}">
                <a16:creationId xmlns:a16="http://schemas.microsoft.com/office/drawing/2014/main" id="{E6ADDAA2-7648-555B-F36D-D105801B3BD0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470" b="15347"/>
          <a:stretch>
            <a:fillRect/>
          </a:stretch>
        </p:blipFill>
        <p:spPr bwMode="auto">
          <a:xfrm>
            <a:off x="0" y="919959"/>
            <a:ext cx="12192000" cy="53887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Rectangle 2">
            <a:extLst>
              <a:ext uri="{FF2B5EF4-FFF2-40B4-BE49-F238E27FC236}">
                <a16:creationId xmlns:a16="http://schemas.microsoft.com/office/drawing/2014/main" id="{C54006DE-9EE1-EAE0-F5ED-E93F4133C6E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9320" y="221898"/>
            <a:ext cx="11699914" cy="4801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2800" b="1" noProof="0" dirty="0">
                <a:solidFill>
                  <a:srgbClr val="CC0000"/>
                </a:solidFill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1. Design steel column :</a:t>
            </a:r>
          </a:p>
        </p:txBody>
      </p:sp>
      <p:sp>
        <p:nvSpPr>
          <p:cNvPr id="12" name="Rectangle 6">
            <a:extLst>
              <a:ext uri="{FF2B5EF4-FFF2-40B4-BE49-F238E27FC236}">
                <a16:creationId xmlns:a16="http://schemas.microsoft.com/office/drawing/2014/main" id="{988BE913-3121-2622-5FF6-A7D57DE9736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11154558" y="6396932"/>
            <a:ext cx="881754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>
            <a:lvl1pPr algn="r">
              <a:defRPr sz="1200" smtClean="0">
                <a:latin typeface="Verdana" panose="020B0604030504040204" pitchFamily="34" charset="0"/>
              </a:defRPr>
            </a:lvl1pPr>
          </a:lstStyle>
          <a:p>
            <a:pPr>
              <a:defRPr/>
            </a:pPr>
            <a:r>
              <a:rPr lang="en-US" sz="1400" noProof="0" dirty="0">
                <a:solidFill>
                  <a:schemeClr val="bg2">
                    <a:lumMod val="9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</p:txBody>
      </p:sp>
      <p:cxnSp>
        <p:nvCxnSpPr>
          <p:cNvPr id="15" name="Straight Connector 4">
            <a:extLst>
              <a:ext uri="{FF2B5EF4-FFF2-40B4-BE49-F238E27FC236}">
                <a16:creationId xmlns:a16="http://schemas.microsoft.com/office/drawing/2014/main" id="{AA69534D-3996-AA56-C9F5-C49789062284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0" y="919959"/>
            <a:ext cx="12192000" cy="0"/>
          </a:xfrm>
          <a:prstGeom prst="line">
            <a:avLst/>
          </a:prstGeom>
          <a:noFill/>
          <a:ln w="15875" algn="ctr">
            <a:solidFill>
              <a:srgbClr val="CC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3" name="Text Box 8">
            <a:extLst>
              <a:ext uri="{FF2B5EF4-FFF2-40B4-BE49-F238E27FC236}">
                <a16:creationId xmlns:a16="http://schemas.microsoft.com/office/drawing/2014/main" id="{D41498DF-DE43-83F8-91CD-CCA904639D3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89817" y="6453188"/>
            <a:ext cx="1257300" cy="184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ctr" anchorCtr="0">
            <a:spAutoFit/>
          </a:bodyPr>
          <a:lstStyle>
            <a:lvl1pPr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en-US" sz="1200" noProof="0" dirty="0">
                <a:latin typeface="Verdana" panose="020B0604030504040204" pitchFamily="34" charset="0"/>
              </a:rPr>
              <a:t>www.ulaval.ca</a:t>
            </a:r>
          </a:p>
        </p:txBody>
      </p:sp>
      <p:pic>
        <p:nvPicPr>
          <p:cNvPr id="14" name="Picture 2">
            <a:extLst>
              <a:ext uri="{FF2B5EF4-FFF2-40B4-BE49-F238E27FC236}">
                <a16:creationId xmlns:a16="http://schemas.microsoft.com/office/drawing/2014/main" id="{535686D4-C660-3E35-8975-6BE88358778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7392" y="6240463"/>
            <a:ext cx="1449388" cy="6016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Espace réservé du pied de page 2">
            <a:extLst>
              <a:ext uri="{FF2B5EF4-FFF2-40B4-BE49-F238E27FC236}">
                <a16:creationId xmlns:a16="http://schemas.microsoft.com/office/drawing/2014/main" id="{C71CF097-273D-154A-D57A-1BFC0AA551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503364" y="6385024"/>
            <a:ext cx="8086381" cy="307777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algn="just"/>
            <a:r>
              <a:rPr lang="en-US" sz="1400" noProof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Aluminum I-Beams - FRQNT, Mar 26, 2025 – </a:t>
            </a:r>
            <a:r>
              <a:rPr lang="en-US" sz="1400" noProof="0" dirty="0">
                <a:solidFill>
                  <a:schemeClr val="tx1"/>
                </a:solidFill>
              </a:rPr>
              <a:t>Kokou ATTIOGBE</a:t>
            </a:r>
            <a:endParaRPr lang="en-US" sz="1400" noProof="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BE82BDCC-D62F-76A5-C19C-8DC6B641694F}"/>
                  </a:ext>
                </a:extLst>
              </p14:cNvPr>
              <p14:cNvContentPartPr/>
              <p14:nvPr/>
            </p14:nvContentPartPr>
            <p14:xfrm>
              <a:off x="258990" y="2219115"/>
              <a:ext cx="7920" cy="432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BE82BDCC-D62F-76A5-C19C-8DC6B641694F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252870" y="2212995"/>
                <a:ext cx="20160" cy="16560"/>
              </a:xfrm>
              <a:prstGeom prst="rect">
                <a:avLst/>
              </a:prstGeom>
            </p:spPr>
          </p:pic>
        </mc:Fallback>
      </mc:AlternateContent>
      <p:sp>
        <p:nvSpPr>
          <p:cNvPr id="6" name="TextBox 5">
            <a:extLst>
              <a:ext uri="{FF2B5EF4-FFF2-40B4-BE49-F238E27FC236}">
                <a16:creationId xmlns:a16="http://schemas.microsoft.com/office/drawing/2014/main" id="{222A2B21-4FAE-FDA3-F578-1218056DE937}"/>
              </a:ext>
            </a:extLst>
          </p:cNvPr>
          <p:cNvSpPr txBox="1"/>
          <p:nvPr/>
        </p:nvSpPr>
        <p:spPr>
          <a:xfrm>
            <a:off x="1471870" y="1064422"/>
            <a:ext cx="49634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>
                <a:solidFill>
                  <a:srgbClr val="CC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Parametric study result </a:t>
            </a:r>
            <a:r>
              <a:rPr lang="en-US" noProof="0" dirty="0">
                <a:solidFill>
                  <a:srgbClr val="CC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5659416-A906-1CCD-2D00-82216627BBD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357812" y="1433754"/>
            <a:ext cx="1476375" cy="42467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567593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E90F62-A483-B55D-1C63-F2958BEAEE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7">
            <a:extLst>
              <a:ext uri="{FF2B5EF4-FFF2-40B4-BE49-F238E27FC236}">
                <a16:creationId xmlns:a16="http://schemas.microsoft.com/office/drawing/2014/main" id="{88BC7D0B-A03A-6FA6-CC46-D614871AC74D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470" b="15347"/>
          <a:stretch>
            <a:fillRect/>
          </a:stretch>
        </p:blipFill>
        <p:spPr bwMode="auto">
          <a:xfrm>
            <a:off x="0" y="919959"/>
            <a:ext cx="12192000" cy="53887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Rectangle 2">
            <a:extLst>
              <a:ext uri="{FF2B5EF4-FFF2-40B4-BE49-F238E27FC236}">
                <a16:creationId xmlns:a16="http://schemas.microsoft.com/office/drawing/2014/main" id="{FCFBD88E-FEC1-1B72-5051-6982507C5A5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9320" y="221898"/>
            <a:ext cx="11699914" cy="4801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2800" b="1" noProof="0" dirty="0">
                <a:solidFill>
                  <a:srgbClr val="CC0000"/>
                </a:solidFill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1. Design steel column :</a:t>
            </a:r>
          </a:p>
        </p:txBody>
      </p:sp>
      <p:sp>
        <p:nvSpPr>
          <p:cNvPr id="12" name="Rectangle 6">
            <a:extLst>
              <a:ext uri="{FF2B5EF4-FFF2-40B4-BE49-F238E27FC236}">
                <a16:creationId xmlns:a16="http://schemas.microsoft.com/office/drawing/2014/main" id="{4A98E8B4-EB89-F48C-653D-5CF81A88A5B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11154558" y="6396932"/>
            <a:ext cx="881754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>
            <a:lvl1pPr algn="r">
              <a:defRPr sz="1200" smtClean="0">
                <a:latin typeface="Verdana" panose="020B0604030504040204" pitchFamily="34" charset="0"/>
              </a:defRPr>
            </a:lvl1pPr>
          </a:lstStyle>
          <a:p>
            <a:pPr>
              <a:defRPr/>
            </a:pPr>
            <a:r>
              <a:rPr lang="en-US" sz="1400" noProof="0" dirty="0">
                <a:solidFill>
                  <a:schemeClr val="bg2">
                    <a:lumMod val="9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</p:txBody>
      </p:sp>
      <p:cxnSp>
        <p:nvCxnSpPr>
          <p:cNvPr id="15" name="Straight Connector 4">
            <a:extLst>
              <a:ext uri="{FF2B5EF4-FFF2-40B4-BE49-F238E27FC236}">
                <a16:creationId xmlns:a16="http://schemas.microsoft.com/office/drawing/2014/main" id="{12C0760D-A01B-DE02-2335-AFB39FB640F0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0" y="919959"/>
            <a:ext cx="12192000" cy="0"/>
          </a:xfrm>
          <a:prstGeom prst="line">
            <a:avLst/>
          </a:prstGeom>
          <a:noFill/>
          <a:ln w="15875" algn="ctr">
            <a:solidFill>
              <a:srgbClr val="CC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3" name="Text Box 8">
            <a:extLst>
              <a:ext uri="{FF2B5EF4-FFF2-40B4-BE49-F238E27FC236}">
                <a16:creationId xmlns:a16="http://schemas.microsoft.com/office/drawing/2014/main" id="{2561B962-5327-5356-1776-FEF881B4B68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89817" y="6453188"/>
            <a:ext cx="1257300" cy="184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ctr" anchorCtr="0">
            <a:spAutoFit/>
          </a:bodyPr>
          <a:lstStyle>
            <a:lvl1pPr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en-US" sz="1200" noProof="0" dirty="0">
                <a:latin typeface="Verdana" panose="020B0604030504040204" pitchFamily="34" charset="0"/>
              </a:rPr>
              <a:t>www.ulaval.ca</a:t>
            </a:r>
          </a:p>
        </p:txBody>
      </p:sp>
      <p:pic>
        <p:nvPicPr>
          <p:cNvPr id="14" name="Picture 2">
            <a:extLst>
              <a:ext uri="{FF2B5EF4-FFF2-40B4-BE49-F238E27FC236}">
                <a16:creationId xmlns:a16="http://schemas.microsoft.com/office/drawing/2014/main" id="{C1D6472D-19D2-7098-0ED7-5579EAB3101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7392" y="6240463"/>
            <a:ext cx="1449388" cy="6016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Espace réservé du pied de page 2">
            <a:extLst>
              <a:ext uri="{FF2B5EF4-FFF2-40B4-BE49-F238E27FC236}">
                <a16:creationId xmlns:a16="http://schemas.microsoft.com/office/drawing/2014/main" id="{C9E32A05-2931-B58C-40E2-DF486C5CFB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503364" y="6385024"/>
            <a:ext cx="8086381" cy="307777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algn="just"/>
            <a:r>
              <a:rPr lang="en-US" sz="1400" noProof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Aluminum I-Beams - FRQNT, Mar 26, 2025 – </a:t>
            </a:r>
            <a:r>
              <a:rPr lang="en-US" sz="1400" noProof="0" dirty="0">
                <a:solidFill>
                  <a:schemeClr val="tx1"/>
                </a:solidFill>
              </a:rPr>
              <a:t>Kokou ATTIOGBE</a:t>
            </a:r>
            <a:endParaRPr lang="en-US" sz="1400" noProof="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C9E7CF23-7CCE-C6D7-77A6-BD59C9AA12D6}"/>
                  </a:ext>
                </a:extLst>
              </p14:cNvPr>
              <p14:cNvContentPartPr/>
              <p14:nvPr/>
            </p14:nvContentPartPr>
            <p14:xfrm>
              <a:off x="258990" y="2219115"/>
              <a:ext cx="7920" cy="432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C9E7CF23-7CCE-C6D7-77A6-BD59C9AA12D6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252870" y="2212995"/>
                <a:ext cx="20160" cy="16560"/>
              </a:xfrm>
              <a:prstGeom prst="rect">
                <a:avLst/>
              </a:prstGeom>
            </p:spPr>
          </p:pic>
        </mc:Fallback>
      </mc:AlternateContent>
      <p:sp>
        <p:nvSpPr>
          <p:cNvPr id="6" name="TextBox 5">
            <a:extLst>
              <a:ext uri="{FF2B5EF4-FFF2-40B4-BE49-F238E27FC236}">
                <a16:creationId xmlns:a16="http://schemas.microsoft.com/office/drawing/2014/main" id="{D2A0C0B4-B2F5-2C76-4F7D-7375B5F2CE74}"/>
              </a:ext>
            </a:extLst>
          </p:cNvPr>
          <p:cNvSpPr txBox="1"/>
          <p:nvPr/>
        </p:nvSpPr>
        <p:spPr>
          <a:xfrm>
            <a:off x="1471870" y="1064422"/>
            <a:ext cx="49634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>
                <a:solidFill>
                  <a:srgbClr val="CC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Parametric study result </a:t>
            </a:r>
            <a:r>
              <a:rPr lang="en-US" noProof="0" dirty="0">
                <a:solidFill>
                  <a:srgbClr val="CC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Spring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BC71104-0084-760F-093C-FFF6A4D13CF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544129" y="1629996"/>
            <a:ext cx="8697672" cy="44824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859970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083851-96AC-C4F9-643C-E628C2B5EA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7">
            <a:extLst>
              <a:ext uri="{FF2B5EF4-FFF2-40B4-BE49-F238E27FC236}">
                <a16:creationId xmlns:a16="http://schemas.microsoft.com/office/drawing/2014/main" id="{5696A455-E981-A954-D85F-801745D8F6CF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470" b="15347"/>
          <a:stretch>
            <a:fillRect/>
          </a:stretch>
        </p:blipFill>
        <p:spPr bwMode="auto">
          <a:xfrm>
            <a:off x="0" y="919959"/>
            <a:ext cx="12192000" cy="53887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Rectangle 2">
            <a:extLst>
              <a:ext uri="{FF2B5EF4-FFF2-40B4-BE49-F238E27FC236}">
                <a16:creationId xmlns:a16="http://schemas.microsoft.com/office/drawing/2014/main" id="{8D437514-79D2-F654-4204-472CE2FB244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9320" y="221898"/>
            <a:ext cx="11699914" cy="4801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2800" b="1" noProof="0" dirty="0">
                <a:solidFill>
                  <a:srgbClr val="CC0000"/>
                </a:solidFill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1. Design steel column :</a:t>
            </a:r>
          </a:p>
        </p:txBody>
      </p:sp>
      <p:sp>
        <p:nvSpPr>
          <p:cNvPr id="12" name="Rectangle 6">
            <a:extLst>
              <a:ext uri="{FF2B5EF4-FFF2-40B4-BE49-F238E27FC236}">
                <a16:creationId xmlns:a16="http://schemas.microsoft.com/office/drawing/2014/main" id="{FF57A263-44FF-5DA7-54CE-DCE7F1CD466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11154558" y="6396932"/>
            <a:ext cx="881754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>
            <a:lvl1pPr algn="r">
              <a:defRPr sz="1200" smtClean="0">
                <a:latin typeface="Verdana" panose="020B0604030504040204" pitchFamily="34" charset="0"/>
              </a:defRPr>
            </a:lvl1pPr>
          </a:lstStyle>
          <a:p>
            <a:pPr>
              <a:defRPr/>
            </a:pPr>
            <a:r>
              <a:rPr lang="en-US" sz="1400" noProof="0" dirty="0">
                <a:solidFill>
                  <a:schemeClr val="bg2">
                    <a:lumMod val="9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</p:txBody>
      </p:sp>
      <p:cxnSp>
        <p:nvCxnSpPr>
          <p:cNvPr id="15" name="Straight Connector 4">
            <a:extLst>
              <a:ext uri="{FF2B5EF4-FFF2-40B4-BE49-F238E27FC236}">
                <a16:creationId xmlns:a16="http://schemas.microsoft.com/office/drawing/2014/main" id="{85727C97-F477-FBE2-64B8-0AB1326E21BC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0" y="919959"/>
            <a:ext cx="12192000" cy="0"/>
          </a:xfrm>
          <a:prstGeom prst="line">
            <a:avLst/>
          </a:prstGeom>
          <a:noFill/>
          <a:ln w="15875" algn="ctr">
            <a:solidFill>
              <a:srgbClr val="CC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3" name="Text Box 8">
            <a:extLst>
              <a:ext uri="{FF2B5EF4-FFF2-40B4-BE49-F238E27FC236}">
                <a16:creationId xmlns:a16="http://schemas.microsoft.com/office/drawing/2014/main" id="{D8A5B674-7EF8-2B41-4513-6D9627C624B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89817" y="6453188"/>
            <a:ext cx="1257300" cy="184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ctr" anchorCtr="0">
            <a:spAutoFit/>
          </a:bodyPr>
          <a:lstStyle>
            <a:lvl1pPr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en-US" sz="1200" noProof="0" dirty="0">
                <a:latin typeface="Verdana" panose="020B0604030504040204" pitchFamily="34" charset="0"/>
              </a:rPr>
              <a:t>www.ulaval.ca</a:t>
            </a:r>
          </a:p>
        </p:txBody>
      </p:sp>
      <p:pic>
        <p:nvPicPr>
          <p:cNvPr id="14" name="Picture 2">
            <a:extLst>
              <a:ext uri="{FF2B5EF4-FFF2-40B4-BE49-F238E27FC236}">
                <a16:creationId xmlns:a16="http://schemas.microsoft.com/office/drawing/2014/main" id="{7EB4B574-C800-7F68-5CF4-D2920AEF4DF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7392" y="6240463"/>
            <a:ext cx="1449388" cy="6016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Espace réservé du pied de page 2">
            <a:extLst>
              <a:ext uri="{FF2B5EF4-FFF2-40B4-BE49-F238E27FC236}">
                <a16:creationId xmlns:a16="http://schemas.microsoft.com/office/drawing/2014/main" id="{AD890DF5-DFF1-7105-2B24-A6B5A6BED5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503364" y="6385024"/>
            <a:ext cx="8086381" cy="307777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algn="just"/>
            <a:r>
              <a:rPr lang="en-US" sz="1400" noProof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Aluminum I-Beams - FRQNT, Mar 26, 2025 – </a:t>
            </a:r>
            <a:r>
              <a:rPr lang="en-US" sz="1400" noProof="0" dirty="0">
                <a:solidFill>
                  <a:schemeClr val="tx1"/>
                </a:solidFill>
              </a:rPr>
              <a:t>Kokou ATTIOGBE</a:t>
            </a:r>
            <a:endParaRPr lang="en-US" sz="1400" noProof="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3EC32117-37B6-4338-F8F7-80FB9E68E516}"/>
                  </a:ext>
                </a:extLst>
              </p14:cNvPr>
              <p14:cNvContentPartPr/>
              <p14:nvPr/>
            </p14:nvContentPartPr>
            <p14:xfrm>
              <a:off x="258990" y="2219115"/>
              <a:ext cx="7920" cy="432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3EC32117-37B6-4338-F8F7-80FB9E68E516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252870" y="2212995"/>
                <a:ext cx="20160" cy="16560"/>
              </a:xfrm>
              <a:prstGeom prst="rect">
                <a:avLst/>
              </a:prstGeom>
            </p:spPr>
          </p:pic>
        </mc:Fallback>
      </mc:AlternateContent>
      <p:sp>
        <p:nvSpPr>
          <p:cNvPr id="6" name="TextBox 5">
            <a:extLst>
              <a:ext uri="{FF2B5EF4-FFF2-40B4-BE49-F238E27FC236}">
                <a16:creationId xmlns:a16="http://schemas.microsoft.com/office/drawing/2014/main" id="{F3252ECD-9A46-C4B6-452B-0E7CBBC85CCA}"/>
              </a:ext>
            </a:extLst>
          </p:cNvPr>
          <p:cNvSpPr txBox="1"/>
          <p:nvPr/>
        </p:nvSpPr>
        <p:spPr>
          <a:xfrm>
            <a:off x="1471870" y="1064422"/>
            <a:ext cx="49634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>
                <a:solidFill>
                  <a:srgbClr val="CC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Parametric study result </a:t>
            </a:r>
            <a:endParaRPr lang="en-US" noProof="0" dirty="0">
              <a:solidFill>
                <a:srgbClr val="CC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8A3F43F-3C74-6DE4-C0C2-AA74B05EE96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23950" y="1619250"/>
            <a:ext cx="9944100" cy="3619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327336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C784B1-484C-C8E3-9087-66D38376A2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7">
            <a:extLst>
              <a:ext uri="{FF2B5EF4-FFF2-40B4-BE49-F238E27FC236}">
                <a16:creationId xmlns:a16="http://schemas.microsoft.com/office/drawing/2014/main" id="{569F692B-2FA4-FF27-C7CA-2DCAC3B986E8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470" b="15347"/>
          <a:stretch>
            <a:fillRect/>
          </a:stretch>
        </p:blipFill>
        <p:spPr bwMode="auto">
          <a:xfrm>
            <a:off x="0" y="919959"/>
            <a:ext cx="12192000" cy="53887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Rectangle 2">
            <a:extLst>
              <a:ext uri="{FF2B5EF4-FFF2-40B4-BE49-F238E27FC236}">
                <a16:creationId xmlns:a16="http://schemas.microsoft.com/office/drawing/2014/main" id="{4F11A802-3426-D3B2-3D17-422471355AA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9320" y="221898"/>
            <a:ext cx="11699914" cy="4801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2800" b="1" noProof="0" dirty="0">
                <a:solidFill>
                  <a:srgbClr val="CC0000"/>
                </a:solidFill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1. Design steel column :</a:t>
            </a:r>
          </a:p>
        </p:txBody>
      </p:sp>
      <p:sp>
        <p:nvSpPr>
          <p:cNvPr id="12" name="Rectangle 6">
            <a:extLst>
              <a:ext uri="{FF2B5EF4-FFF2-40B4-BE49-F238E27FC236}">
                <a16:creationId xmlns:a16="http://schemas.microsoft.com/office/drawing/2014/main" id="{8A877C02-D43B-D1A3-7475-C6716718507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11154558" y="6396932"/>
            <a:ext cx="881754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>
            <a:lvl1pPr algn="r">
              <a:defRPr sz="1200" smtClean="0">
                <a:latin typeface="Verdana" panose="020B0604030504040204" pitchFamily="34" charset="0"/>
              </a:defRPr>
            </a:lvl1pPr>
          </a:lstStyle>
          <a:p>
            <a:pPr>
              <a:defRPr/>
            </a:pPr>
            <a:r>
              <a:rPr lang="en-US" sz="1400" noProof="0" dirty="0">
                <a:solidFill>
                  <a:schemeClr val="bg2">
                    <a:lumMod val="9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</p:txBody>
      </p:sp>
      <p:cxnSp>
        <p:nvCxnSpPr>
          <p:cNvPr id="15" name="Straight Connector 4">
            <a:extLst>
              <a:ext uri="{FF2B5EF4-FFF2-40B4-BE49-F238E27FC236}">
                <a16:creationId xmlns:a16="http://schemas.microsoft.com/office/drawing/2014/main" id="{7C41E525-9A6B-0048-BDB5-5776E79AA885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0" y="919959"/>
            <a:ext cx="12192000" cy="0"/>
          </a:xfrm>
          <a:prstGeom prst="line">
            <a:avLst/>
          </a:prstGeom>
          <a:noFill/>
          <a:ln w="15875" algn="ctr">
            <a:solidFill>
              <a:srgbClr val="CC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3" name="Text Box 8">
            <a:extLst>
              <a:ext uri="{FF2B5EF4-FFF2-40B4-BE49-F238E27FC236}">
                <a16:creationId xmlns:a16="http://schemas.microsoft.com/office/drawing/2014/main" id="{59C680EB-596F-16DC-FB2D-945DF282B0F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89817" y="6453188"/>
            <a:ext cx="1257300" cy="184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ctr" anchorCtr="0">
            <a:spAutoFit/>
          </a:bodyPr>
          <a:lstStyle>
            <a:lvl1pPr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en-US" sz="1200" noProof="0" dirty="0">
                <a:latin typeface="Verdana" panose="020B0604030504040204" pitchFamily="34" charset="0"/>
              </a:rPr>
              <a:t>www.ulaval.ca</a:t>
            </a:r>
          </a:p>
        </p:txBody>
      </p:sp>
      <p:pic>
        <p:nvPicPr>
          <p:cNvPr id="14" name="Picture 2">
            <a:extLst>
              <a:ext uri="{FF2B5EF4-FFF2-40B4-BE49-F238E27FC236}">
                <a16:creationId xmlns:a16="http://schemas.microsoft.com/office/drawing/2014/main" id="{F85F3EFA-F912-0242-9DD9-F4522A77A45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7392" y="6240463"/>
            <a:ext cx="1449388" cy="6016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Espace réservé du pied de page 2">
            <a:extLst>
              <a:ext uri="{FF2B5EF4-FFF2-40B4-BE49-F238E27FC236}">
                <a16:creationId xmlns:a16="http://schemas.microsoft.com/office/drawing/2014/main" id="{D1FA1203-0BC3-1914-3C84-003764580B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503364" y="6385024"/>
            <a:ext cx="8086381" cy="307777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algn="just"/>
            <a:r>
              <a:rPr lang="en-US" sz="1400" noProof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Aluminum I-Beams - FRQNT, Mar 26, 2025 – </a:t>
            </a:r>
            <a:r>
              <a:rPr lang="en-US" sz="1400" noProof="0" dirty="0">
                <a:solidFill>
                  <a:schemeClr val="tx1"/>
                </a:solidFill>
              </a:rPr>
              <a:t>Kokou ATTIOGBE</a:t>
            </a:r>
            <a:endParaRPr lang="en-US" sz="1400" noProof="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4268072A-ED95-990F-9091-C8E88C6AE612}"/>
                  </a:ext>
                </a:extLst>
              </p14:cNvPr>
              <p14:cNvContentPartPr/>
              <p14:nvPr/>
            </p14:nvContentPartPr>
            <p14:xfrm>
              <a:off x="258990" y="2219115"/>
              <a:ext cx="7920" cy="432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4268072A-ED95-990F-9091-C8E88C6AE612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252870" y="2212995"/>
                <a:ext cx="20160" cy="16560"/>
              </a:xfrm>
              <a:prstGeom prst="rect">
                <a:avLst/>
              </a:prstGeom>
            </p:spPr>
          </p:pic>
        </mc:Fallback>
      </mc:AlternateContent>
      <p:sp>
        <p:nvSpPr>
          <p:cNvPr id="6" name="TextBox 5">
            <a:extLst>
              <a:ext uri="{FF2B5EF4-FFF2-40B4-BE49-F238E27FC236}">
                <a16:creationId xmlns:a16="http://schemas.microsoft.com/office/drawing/2014/main" id="{A5678B5E-DD99-97F1-24BF-FC133D469013}"/>
              </a:ext>
            </a:extLst>
          </p:cNvPr>
          <p:cNvSpPr txBox="1"/>
          <p:nvPr/>
        </p:nvSpPr>
        <p:spPr>
          <a:xfrm>
            <a:off x="1471870" y="1064422"/>
            <a:ext cx="49634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>
                <a:solidFill>
                  <a:srgbClr val="CC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Parametric study result </a:t>
            </a:r>
            <a:endParaRPr lang="en-US" noProof="0" dirty="0">
              <a:solidFill>
                <a:srgbClr val="CC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A9A9FD4-4248-C7BC-E9CB-8B9398DC617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637183" y="1445103"/>
            <a:ext cx="7519314" cy="45270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085861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843BC6-3315-1DA4-856E-17A725DD42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7">
            <a:extLst>
              <a:ext uri="{FF2B5EF4-FFF2-40B4-BE49-F238E27FC236}">
                <a16:creationId xmlns:a16="http://schemas.microsoft.com/office/drawing/2014/main" id="{3C9D2F05-AED3-5CCB-F830-4D2C045EF66F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470" b="15347"/>
          <a:stretch>
            <a:fillRect/>
          </a:stretch>
        </p:blipFill>
        <p:spPr bwMode="auto">
          <a:xfrm>
            <a:off x="0" y="919959"/>
            <a:ext cx="12192000" cy="53887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Rectangle 2">
            <a:extLst>
              <a:ext uri="{FF2B5EF4-FFF2-40B4-BE49-F238E27FC236}">
                <a16:creationId xmlns:a16="http://schemas.microsoft.com/office/drawing/2014/main" id="{84F5C7F5-319D-D224-A78C-A9D60ED55B0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9320" y="221898"/>
            <a:ext cx="11699914" cy="4801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2800" b="1" noProof="0" dirty="0">
                <a:solidFill>
                  <a:srgbClr val="CC0000"/>
                </a:solidFill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1. Design steel column :</a:t>
            </a:r>
          </a:p>
        </p:txBody>
      </p:sp>
      <p:sp>
        <p:nvSpPr>
          <p:cNvPr id="12" name="Rectangle 6">
            <a:extLst>
              <a:ext uri="{FF2B5EF4-FFF2-40B4-BE49-F238E27FC236}">
                <a16:creationId xmlns:a16="http://schemas.microsoft.com/office/drawing/2014/main" id="{369F3A51-7AF4-0B53-AFDB-186348B41F3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11154558" y="6396932"/>
            <a:ext cx="881754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>
            <a:lvl1pPr algn="r">
              <a:defRPr sz="1200" smtClean="0">
                <a:latin typeface="Verdana" panose="020B0604030504040204" pitchFamily="34" charset="0"/>
              </a:defRPr>
            </a:lvl1pPr>
          </a:lstStyle>
          <a:p>
            <a:pPr>
              <a:defRPr/>
            </a:pPr>
            <a:r>
              <a:rPr lang="en-US" sz="1400" noProof="0" dirty="0">
                <a:solidFill>
                  <a:schemeClr val="bg2">
                    <a:lumMod val="9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</p:txBody>
      </p:sp>
      <p:cxnSp>
        <p:nvCxnSpPr>
          <p:cNvPr id="15" name="Straight Connector 4">
            <a:extLst>
              <a:ext uri="{FF2B5EF4-FFF2-40B4-BE49-F238E27FC236}">
                <a16:creationId xmlns:a16="http://schemas.microsoft.com/office/drawing/2014/main" id="{B9875D4B-B1A6-2FCF-A081-FFC7A15BDC98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0" y="919959"/>
            <a:ext cx="12192000" cy="0"/>
          </a:xfrm>
          <a:prstGeom prst="line">
            <a:avLst/>
          </a:prstGeom>
          <a:noFill/>
          <a:ln w="15875" algn="ctr">
            <a:solidFill>
              <a:srgbClr val="CC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3" name="Text Box 8">
            <a:extLst>
              <a:ext uri="{FF2B5EF4-FFF2-40B4-BE49-F238E27FC236}">
                <a16:creationId xmlns:a16="http://schemas.microsoft.com/office/drawing/2014/main" id="{83B766DC-FC73-2EB2-3216-4D85651087D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89817" y="6453188"/>
            <a:ext cx="1257300" cy="184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ctr" anchorCtr="0">
            <a:spAutoFit/>
          </a:bodyPr>
          <a:lstStyle>
            <a:lvl1pPr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en-US" sz="1200" noProof="0" dirty="0">
                <a:latin typeface="Verdana" panose="020B0604030504040204" pitchFamily="34" charset="0"/>
              </a:rPr>
              <a:t>www.ulaval.ca</a:t>
            </a:r>
          </a:p>
        </p:txBody>
      </p:sp>
      <p:pic>
        <p:nvPicPr>
          <p:cNvPr id="14" name="Picture 2">
            <a:extLst>
              <a:ext uri="{FF2B5EF4-FFF2-40B4-BE49-F238E27FC236}">
                <a16:creationId xmlns:a16="http://schemas.microsoft.com/office/drawing/2014/main" id="{30714AD7-C2D7-AD98-47BA-6AB0D723374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7392" y="6240463"/>
            <a:ext cx="1449388" cy="6016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Espace réservé du pied de page 2">
            <a:extLst>
              <a:ext uri="{FF2B5EF4-FFF2-40B4-BE49-F238E27FC236}">
                <a16:creationId xmlns:a16="http://schemas.microsoft.com/office/drawing/2014/main" id="{21C6FDFC-48DA-17E0-0F76-805A4FB606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503364" y="6385024"/>
            <a:ext cx="8086381" cy="307777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algn="just"/>
            <a:r>
              <a:rPr lang="en-US" sz="1400" noProof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Aluminum I-Beams - FRQNT, Mar 26, 2025 – </a:t>
            </a:r>
            <a:r>
              <a:rPr lang="en-US" sz="1400" noProof="0" dirty="0">
                <a:solidFill>
                  <a:schemeClr val="tx1"/>
                </a:solidFill>
              </a:rPr>
              <a:t>Kokou ATTIOGBE</a:t>
            </a:r>
            <a:endParaRPr lang="en-US" sz="1400" noProof="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CD1F4C0E-A48C-84DF-CBC9-3FAFB78E84F5}"/>
                  </a:ext>
                </a:extLst>
              </p14:cNvPr>
              <p14:cNvContentPartPr/>
              <p14:nvPr/>
            </p14:nvContentPartPr>
            <p14:xfrm>
              <a:off x="258990" y="2219115"/>
              <a:ext cx="7920" cy="432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CD1F4C0E-A48C-84DF-CBC9-3FAFB78E84F5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252870" y="2212995"/>
                <a:ext cx="20160" cy="16560"/>
              </a:xfrm>
              <a:prstGeom prst="rect">
                <a:avLst/>
              </a:prstGeom>
            </p:spPr>
          </p:pic>
        </mc:Fallback>
      </mc:AlternateContent>
      <p:sp>
        <p:nvSpPr>
          <p:cNvPr id="6" name="TextBox 5">
            <a:extLst>
              <a:ext uri="{FF2B5EF4-FFF2-40B4-BE49-F238E27FC236}">
                <a16:creationId xmlns:a16="http://schemas.microsoft.com/office/drawing/2014/main" id="{A71836BD-EFEF-C8AE-6540-28D8DA128022}"/>
              </a:ext>
            </a:extLst>
          </p:cNvPr>
          <p:cNvSpPr txBox="1"/>
          <p:nvPr/>
        </p:nvSpPr>
        <p:spPr>
          <a:xfrm>
            <a:off x="1471870" y="1064422"/>
            <a:ext cx="49634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>
                <a:solidFill>
                  <a:srgbClr val="CC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Parametric study result </a:t>
            </a:r>
            <a:endParaRPr lang="en-US" noProof="0" dirty="0">
              <a:solidFill>
                <a:srgbClr val="CC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CFCB966-B851-D2B0-6807-E9831B4188C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965032" y="2116697"/>
            <a:ext cx="7126830" cy="43888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036369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B7BDC6-7693-5153-7768-87229E5EEB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7">
            <a:extLst>
              <a:ext uri="{FF2B5EF4-FFF2-40B4-BE49-F238E27FC236}">
                <a16:creationId xmlns:a16="http://schemas.microsoft.com/office/drawing/2014/main" id="{64C8B032-4E97-2759-0797-03D073D2B9CC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470" b="15347"/>
          <a:stretch>
            <a:fillRect/>
          </a:stretch>
        </p:blipFill>
        <p:spPr bwMode="auto">
          <a:xfrm>
            <a:off x="0" y="919959"/>
            <a:ext cx="12192000" cy="53887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Rectangle 2">
            <a:extLst>
              <a:ext uri="{FF2B5EF4-FFF2-40B4-BE49-F238E27FC236}">
                <a16:creationId xmlns:a16="http://schemas.microsoft.com/office/drawing/2014/main" id="{A12D3BDF-04E6-E75B-35F5-6B57032E0E0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9320" y="221898"/>
            <a:ext cx="11699914" cy="4801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2800" b="1" noProof="0" dirty="0">
                <a:solidFill>
                  <a:srgbClr val="CC0000"/>
                </a:solidFill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1. Design steel column :</a:t>
            </a:r>
          </a:p>
        </p:txBody>
      </p:sp>
      <p:sp>
        <p:nvSpPr>
          <p:cNvPr id="12" name="Rectangle 6">
            <a:extLst>
              <a:ext uri="{FF2B5EF4-FFF2-40B4-BE49-F238E27FC236}">
                <a16:creationId xmlns:a16="http://schemas.microsoft.com/office/drawing/2014/main" id="{DBDC7CC2-9A2D-C81C-1E50-E3384799CE9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11154558" y="6396932"/>
            <a:ext cx="881754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>
            <a:lvl1pPr algn="r">
              <a:defRPr sz="1200" smtClean="0">
                <a:latin typeface="Verdana" panose="020B0604030504040204" pitchFamily="34" charset="0"/>
              </a:defRPr>
            </a:lvl1pPr>
          </a:lstStyle>
          <a:p>
            <a:pPr>
              <a:defRPr/>
            </a:pPr>
            <a:r>
              <a:rPr lang="en-US" sz="1400" noProof="0" dirty="0">
                <a:solidFill>
                  <a:schemeClr val="bg2">
                    <a:lumMod val="9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</p:txBody>
      </p:sp>
      <p:cxnSp>
        <p:nvCxnSpPr>
          <p:cNvPr id="15" name="Straight Connector 4">
            <a:extLst>
              <a:ext uri="{FF2B5EF4-FFF2-40B4-BE49-F238E27FC236}">
                <a16:creationId xmlns:a16="http://schemas.microsoft.com/office/drawing/2014/main" id="{12EE589D-935B-0749-107B-66AB0A4DE39E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0" y="919959"/>
            <a:ext cx="12192000" cy="0"/>
          </a:xfrm>
          <a:prstGeom prst="line">
            <a:avLst/>
          </a:prstGeom>
          <a:noFill/>
          <a:ln w="15875" algn="ctr">
            <a:solidFill>
              <a:srgbClr val="CC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3" name="Text Box 8">
            <a:extLst>
              <a:ext uri="{FF2B5EF4-FFF2-40B4-BE49-F238E27FC236}">
                <a16:creationId xmlns:a16="http://schemas.microsoft.com/office/drawing/2014/main" id="{5FE2B311-10B2-84A2-7E43-32AA4037E40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89817" y="6453188"/>
            <a:ext cx="1257300" cy="184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ctr" anchorCtr="0">
            <a:spAutoFit/>
          </a:bodyPr>
          <a:lstStyle>
            <a:lvl1pPr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en-US" sz="1200" noProof="0" dirty="0">
                <a:latin typeface="Verdana" panose="020B0604030504040204" pitchFamily="34" charset="0"/>
              </a:rPr>
              <a:t>www.ulaval.ca</a:t>
            </a:r>
          </a:p>
        </p:txBody>
      </p:sp>
      <p:pic>
        <p:nvPicPr>
          <p:cNvPr id="14" name="Picture 2">
            <a:extLst>
              <a:ext uri="{FF2B5EF4-FFF2-40B4-BE49-F238E27FC236}">
                <a16:creationId xmlns:a16="http://schemas.microsoft.com/office/drawing/2014/main" id="{2B4B64FE-669F-AE14-5C99-4FC41BEB13E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7392" y="6240463"/>
            <a:ext cx="1449388" cy="6016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Espace réservé du pied de page 2">
            <a:extLst>
              <a:ext uri="{FF2B5EF4-FFF2-40B4-BE49-F238E27FC236}">
                <a16:creationId xmlns:a16="http://schemas.microsoft.com/office/drawing/2014/main" id="{76D84CD3-D541-026A-BB99-A546031A52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503364" y="6385024"/>
            <a:ext cx="8086381" cy="307777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algn="just"/>
            <a:r>
              <a:rPr lang="en-US" sz="1400" noProof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Aluminum I-Beams - FRQNT, Mar 26, 2025 – </a:t>
            </a:r>
            <a:r>
              <a:rPr lang="en-US" sz="1400" noProof="0" dirty="0">
                <a:solidFill>
                  <a:schemeClr val="tx1"/>
                </a:solidFill>
              </a:rPr>
              <a:t>Kokou ATTIOGBE</a:t>
            </a:r>
            <a:endParaRPr lang="en-US" sz="1400" noProof="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8DBEE7F6-063C-CC7E-A0A2-789E67F9BA3D}"/>
                  </a:ext>
                </a:extLst>
              </p14:cNvPr>
              <p14:cNvContentPartPr/>
              <p14:nvPr/>
            </p14:nvContentPartPr>
            <p14:xfrm>
              <a:off x="258990" y="2219115"/>
              <a:ext cx="7920" cy="432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8DBEE7F6-063C-CC7E-A0A2-789E67F9BA3D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252870" y="2212995"/>
                <a:ext cx="20160" cy="16560"/>
              </a:xfrm>
              <a:prstGeom prst="rect">
                <a:avLst/>
              </a:prstGeom>
            </p:spPr>
          </p:pic>
        </mc:Fallback>
      </mc:AlternateContent>
      <p:sp>
        <p:nvSpPr>
          <p:cNvPr id="6" name="TextBox 5">
            <a:extLst>
              <a:ext uri="{FF2B5EF4-FFF2-40B4-BE49-F238E27FC236}">
                <a16:creationId xmlns:a16="http://schemas.microsoft.com/office/drawing/2014/main" id="{503DD254-74D0-EEC8-66B2-8892D64A2CC6}"/>
              </a:ext>
            </a:extLst>
          </p:cNvPr>
          <p:cNvSpPr txBox="1"/>
          <p:nvPr/>
        </p:nvSpPr>
        <p:spPr>
          <a:xfrm>
            <a:off x="1471870" y="1064422"/>
            <a:ext cx="49634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>
                <a:solidFill>
                  <a:srgbClr val="CC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Parametric study result </a:t>
            </a:r>
            <a:endParaRPr lang="en-US" noProof="0" dirty="0">
              <a:solidFill>
                <a:srgbClr val="CC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A6CF2FD2-3A46-E07E-7381-4205FE37F6A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46121" y="1249000"/>
            <a:ext cx="6471608" cy="41486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626887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835A52-F868-B60D-D5F6-0AA6E99390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7">
            <a:extLst>
              <a:ext uri="{FF2B5EF4-FFF2-40B4-BE49-F238E27FC236}">
                <a16:creationId xmlns:a16="http://schemas.microsoft.com/office/drawing/2014/main" id="{AA07C3FF-4F26-7DB7-B5E5-770B34E81B0D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470" b="15347"/>
          <a:stretch>
            <a:fillRect/>
          </a:stretch>
        </p:blipFill>
        <p:spPr bwMode="auto">
          <a:xfrm>
            <a:off x="0" y="919959"/>
            <a:ext cx="12192000" cy="53887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Rectangle 2">
            <a:extLst>
              <a:ext uri="{FF2B5EF4-FFF2-40B4-BE49-F238E27FC236}">
                <a16:creationId xmlns:a16="http://schemas.microsoft.com/office/drawing/2014/main" id="{7BD55E9B-E609-4D95-FB88-42E86E58A36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9320" y="221898"/>
            <a:ext cx="11699914" cy="4801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2800" b="1" noProof="0" dirty="0">
                <a:solidFill>
                  <a:srgbClr val="CC0000"/>
                </a:solidFill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1. Design steel column :</a:t>
            </a:r>
          </a:p>
        </p:txBody>
      </p:sp>
      <p:sp>
        <p:nvSpPr>
          <p:cNvPr id="12" name="Rectangle 6">
            <a:extLst>
              <a:ext uri="{FF2B5EF4-FFF2-40B4-BE49-F238E27FC236}">
                <a16:creationId xmlns:a16="http://schemas.microsoft.com/office/drawing/2014/main" id="{E5139EBD-34F6-9332-56FD-66BB1EA4AB2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11154558" y="6396932"/>
            <a:ext cx="881754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>
            <a:lvl1pPr algn="r">
              <a:defRPr sz="1200" smtClean="0">
                <a:latin typeface="Verdana" panose="020B0604030504040204" pitchFamily="34" charset="0"/>
              </a:defRPr>
            </a:lvl1pPr>
          </a:lstStyle>
          <a:p>
            <a:pPr>
              <a:defRPr/>
            </a:pPr>
            <a:r>
              <a:rPr lang="en-US" sz="1400" noProof="0" dirty="0">
                <a:solidFill>
                  <a:schemeClr val="bg2">
                    <a:lumMod val="9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</p:txBody>
      </p:sp>
      <p:cxnSp>
        <p:nvCxnSpPr>
          <p:cNvPr id="15" name="Straight Connector 4">
            <a:extLst>
              <a:ext uri="{FF2B5EF4-FFF2-40B4-BE49-F238E27FC236}">
                <a16:creationId xmlns:a16="http://schemas.microsoft.com/office/drawing/2014/main" id="{FFA260F9-CA86-9282-5194-C2158E3955F3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0" y="919959"/>
            <a:ext cx="12192000" cy="0"/>
          </a:xfrm>
          <a:prstGeom prst="line">
            <a:avLst/>
          </a:prstGeom>
          <a:noFill/>
          <a:ln w="15875" algn="ctr">
            <a:solidFill>
              <a:srgbClr val="CC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3" name="Text Box 8">
            <a:extLst>
              <a:ext uri="{FF2B5EF4-FFF2-40B4-BE49-F238E27FC236}">
                <a16:creationId xmlns:a16="http://schemas.microsoft.com/office/drawing/2014/main" id="{412509D3-C8FC-7CB2-8463-F005D0850A8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89817" y="6453188"/>
            <a:ext cx="1257300" cy="184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ctr" anchorCtr="0">
            <a:spAutoFit/>
          </a:bodyPr>
          <a:lstStyle>
            <a:lvl1pPr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en-US" sz="1200" noProof="0" dirty="0">
                <a:latin typeface="Verdana" panose="020B0604030504040204" pitchFamily="34" charset="0"/>
              </a:rPr>
              <a:t>www.ulaval.ca</a:t>
            </a:r>
          </a:p>
        </p:txBody>
      </p:sp>
      <p:pic>
        <p:nvPicPr>
          <p:cNvPr id="14" name="Picture 2">
            <a:extLst>
              <a:ext uri="{FF2B5EF4-FFF2-40B4-BE49-F238E27FC236}">
                <a16:creationId xmlns:a16="http://schemas.microsoft.com/office/drawing/2014/main" id="{02C92C7A-0DC6-9D84-F0C8-C6A0D87772A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7392" y="6240463"/>
            <a:ext cx="1449388" cy="6016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Espace réservé du pied de page 2">
            <a:extLst>
              <a:ext uri="{FF2B5EF4-FFF2-40B4-BE49-F238E27FC236}">
                <a16:creationId xmlns:a16="http://schemas.microsoft.com/office/drawing/2014/main" id="{76E571D8-DE75-FB1F-4373-4BF33C36C8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503364" y="6385024"/>
            <a:ext cx="8086381" cy="307777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algn="just"/>
            <a:r>
              <a:rPr lang="en-US" sz="1400" noProof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Aluminum I-Beams - FRQNT, Mar 26, 2025 – </a:t>
            </a:r>
            <a:r>
              <a:rPr lang="en-US" sz="1400" noProof="0" dirty="0">
                <a:solidFill>
                  <a:schemeClr val="tx1"/>
                </a:solidFill>
              </a:rPr>
              <a:t>Kokou ATTIOGBE</a:t>
            </a:r>
            <a:endParaRPr lang="en-US" sz="1400" noProof="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66D2C964-2751-7D47-ABB7-53FD688289DE}"/>
                  </a:ext>
                </a:extLst>
              </p14:cNvPr>
              <p14:cNvContentPartPr/>
              <p14:nvPr/>
            </p14:nvContentPartPr>
            <p14:xfrm>
              <a:off x="258990" y="2219115"/>
              <a:ext cx="7920" cy="432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66D2C964-2751-7D47-ABB7-53FD688289DE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252870" y="2212995"/>
                <a:ext cx="20160" cy="16560"/>
              </a:xfrm>
              <a:prstGeom prst="rect">
                <a:avLst/>
              </a:prstGeom>
            </p:spPr>
          </p:pic>
        </mc:Fallback>
      </mc:AlternateContent>
      <p:sp>
        <p:nvSpPr>
          <p:cNvPr id="6" name="TextBox 5">
            <a:extLst>
              <a:ext uri="{FF2B5EF4-FFF2-40B4-BE49-F238E27FC236}">
                <a16:creationId xmlns:a16="http://schemas.microsoft.com/office/drawing/2014/main" id="{6839BA00-D2AA-B158-79FE-3568039724E2}"/>
              </a:ext>
            </a:extLst>
          </p:cNvPr>
          <p:cNvSpPr txBox="1"/>
          <p:nvPr/>
        </p:nvSpPr>
        <p:spPr>
          <a:xfrm>
            <a:off x="1471870" y="1064422"/>
            <a:ext cx="49634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>
                <a:solidFill>
                  <a:srgbClr val="CC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Parametric study result </a:t>
            </a:r>
            <a:endParaRPr lang="en-US" noProof="0" dirty="0">
              <a:solidFill>
                <a:srgbClr val="CC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1D6CD14-57E2-68B1-18FB-096ED40AA73C}"/>
              </a:ext>
            </a:extLst>
          </p:cNvPr>
          <p:cNvSpPr txBox="1"/>
          <p:nvPr/>
        </p:nvSpPr>
        <p:spPr>
          <a:xfrm>
            <a:off x="2047461" y="2219115"/>
            <a:ext cx="2670313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*BOUNDARY </a:t>
            </a:r>
          </a:p>
          <a:p>
            <a:r>
              <a:rPr lang="en-US" dirty="0"/>
              <a:t>RP1, 1, 2, 0.0</a:t>
            </a:r>
          </a:p>
          <a:p>
            <a:r>
              <a:rPr lang="en-US" dirty="0"/>
              <a:t>RP1, 5, 5, 0.0</a:t>
            </a:r>
          </a:p>
          <a:p>
            <a:r>
              <a:rPr lang="en-US" dirty="0"/>
              <a:t>RP1, 6, 6, 0.0</a:t>
            </a:r>
          </a:p>
          <a:p>
            <a:r>
              <a:rPr lang="en-US" dirty="0"/>
              <a:t>RP2, 1, 3, 0.0</a:t>
            </a:r>
          </a:p>
          <a:p>
            <a:r>
              <a:rPr lang="en-US" dirty="0"/>
              <a:t>RP2, 5, 5, 0.0</a:t>
            </a:r>
          </a:p>
          <a:p>
            <a:r>
              <a:rPr lang="en-US" dirty="0"/>
              <a:t>RP2, 6, 6, 0.0</a:t>
            </a:r>
          </a:p>
          <a:p>
            <a:r>
              <a:rPr lang="en-US" dirty="0"/>
              <a:t>SET_BC, 1, 1, 0.0</a:t>
            </a:r>
          </a:p>
          <a:p>
            <a:r>
              <a:rPr lang="en-US" dirty="0"/>
              <a:t>SET_BC2, 1, 1, 0.0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544D19B-D47F-F965-B166-DFC5DFF7248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06540" y="1368546"/>
            <a:ext cx="6801272" cy="42864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257468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E0DF92-C3A2-7D64-BE9B-D7A50DEBBF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7">
            <a:extLst>
              <a:ext uri="{FF2B5EF4-FFF2-40B4-BE49-F238E27FC236}">
                <a16:creationId xmlns:a16="http://schemas.microsoft.com/office/drawing/2014/main" id="{C49E8D0B-3DCC-E400-D58E-A530CFB2C3E3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470" b="15347"/>
          <a:stretch>
            <a:fillRect/>
          </a:stretch>
        </p:blipFill>
        <p:spPr bwMode="auto">
          <a:xfrm>
            <a:off x="0" y="919959"/>
            <a:ext cx="12192000" cy="53887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Rectangle 2">
            <a:extLst>
              <a:ext uri="{FF2B5EF4-FFF2-40B4-BE49-F238E27FC236}">
                <a16:creationId xmlns:a16="http://schemas.microsoft.com/office/drawing/2014/main" id="{8F627C4A-701D-50BE-6F26-619A9DADB91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9320" y="221898"/>
            <a:ext cx="11699914" cy="4801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2800" b="1" noProof="0" dirty="0">
                <a:solidFill>
                  <a:srgbClr val="CC0000"/>
                </a:solidFill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1. Design steel column :</a:t>
            </a:r>
          </a:p>
        </p:txBody>
      </p:sp>
      <p:sp>
        <p:nvSpPr>
          <p:cNvPr id="12" name="Rectangle 6">
            <a:extLst>
              <a:ext uri="{FF2B5EF4-FFF2-40B4-BE49-F238E27FC236}">
                <a16:creationId xmlns:a16="http://schemas.microsoft.com/office/drawing/2014/main" id="{8A6841D8-8F3B-750C-DAE6-6B8A5E8DE2E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11154558" y="6396932"/>
            <a:ext cx="881754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>
            <a:lvl1pPr algn="r">
              <a:defRPr sz="1200" smtClean="0">
                <a:latin typeface="Verdana" panose="020B0604030504040204" pitchFamily="34" charset="0"/>
              </a:defRPr>
            </a:lvl1pPr>
          </a:lstStyle>
          <a:p>
            <a:pPr>
              <a:defRPr/>
            </a:pPr>
            <a:r>
              <a:rPr lang="en-US" sz="1400" noProof="0" dirty="0">
                <a:solidFill>
                  <a:schemeClr val="bg2">
                    <a:lumMod val="9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</p:txBody>
      </p:sp>
      <p:cxnSp>
        <p:nvCxnSpPr>
          <p:cNvPr id="15" name="Straight Connector 4">
            <a:extLst>
              <a:ext uri="{FF2B5EF4-FFF2-40B4-BE49-F238E27FC236}">
                <a16:creationId xmlns:a16="http://schemas.microsoft.com/office/drawing/2014/main" id="{AE7E0A02-2BC9-666B-2940-B432425C7821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0" y="919959"/>
            <a:ext cx="12192000" cy="0"/>
          </a:xfrm>
          <a:prstGeom prst="line">
            <a:avLst/>
          </a:prstGeom>
          <a:noFill/>
          <a:ln w="15875" algn="ctr">
            <a:solidFill>
              <a:srgbClr val="CC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3" name="Text Box 8">
            <a:extLst>
              <a:ext uri="{FF2B5EF4-FFF2-40B4-BE49-F238E27FC236}">
                <a16:creationId xmlns:a16="http://schemas.microsoft.com/office/drawing/2014/main" id="{8D52DC19-FEB2-394F-A2F7-B2F6FE5C76B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89817" y="6453188"/>
            <a:ext cx="1257300" cy="184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ctr" anchorCtr="0">
            <a:spAutoFit/>
          </a:bodyPr>
          <a:lstStyle>
            <a:lvl1pPr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en-US" sz="1200" noProof="0" dirty="0">
                <a:latin typeface="Verdana" panose="020B0604030504040204" pitchFamily="34" charset="0"/>
              </a:rPr>
              <a:t>www.ulaval.ca</a:t>
            </a:r>
          </a:p>
        </p:txBody>
      </p:sp>
      <p:pic>
        <p:nvPicPr>
          <p:cNvPr id="14" name="Picture 2">
            <a:extLst>
              <a:ext uri="{FF2B5EF4-FFF2-40B4-BE49-F238E27FC236}">
                <a16:creationId xmlns:a16="http://schemas.microsoft.com/office/drawing/2014/main" id="{24E2FB96-53E5-81C5-2B7A-118674A3737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7392" y="6240463"/>
            <a:ext cx="1449388" cy="6016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Espace réservé du pied de page 2">
            <a:extLst>
              <a:ext uri="{FF2B5EF4-FFF2-40B4-BE49-F238E27FC236}">
                <a16:creationId xmlns:a16="http://schemas.microsoft.com/office/drawing/2014/main" id="{9517A411-9115-23A7-F683-5E0A8D61AC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503364" y="6385024"/>
            <a:ext cx="8086381" cy="307777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algn="just"/>
            <a:r>
              <a:rPr lang="en-US" sz="1400" noProof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Aluminum I-Beams - FRQNT, Mar 26, 2025 – </a:t>
            </a:r>
            <a:r>
              <a:rPr lang="en-US" sz="1400" noProof="0" dirty="0">
                <a:solidFill>
                  <a:schemeClr val="tx1"/>
                </a:solidFill>
              </a:rPr>
              <a:t>Kokou ATTIOGBE</a:t>
            </a:r>
            <a:endParaRPr lang="en-US" sz="1400" noProof="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C9D22AB7-DB76-BAB9-7A2D-82CCF5EF1E1B}"/>
                  </a:ext>
                </a:extLst>
              </p14:cNvPr>
              <p14:cNvContentPartPr/>
              <p14:nvPr/>
            </p14:nvContentPartPr>
            <p14:xfrm>
              <a:off x="258990" y="2219115"/>
              <a:ext cx="7920" cy="432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C9D22AB7-DB76-BAB9-7A2D-82CCF5EF1E1B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252870" y="2212995"/>
                <a:ext cx="20160" cy="16560"/>
              </a:xfrm>
              <a:prstGeom prst="rect">
                <a:avLst/>
              </a:prstGeom>
            </p:spPr>
          </p:pic>
        </mc:Fallback>
      </mc:AlternateContent>
      <p:sp>
        <p:nvSpPr>
          <p:cNvPr id="6" name="TextBox 5">
            <a:extLst>
              <a:ext uri="{FF2B5EF4-FFF2-40B4-BE49-F238E27FC236}">
                <a16:creationId xmlns:a16="http://schemas.microsoft.com/office/drawing/2014/main" id="{A46B7792-AF63-F80A-6671-7BBBBB388945}"/>
              </a:ext>
            </a:extLst>
          </p:cNvPr>
          <p:cNvSpPr txBox="1"/>
          <p:nvPr/>
        </p:nvSpPr>
        <p:spPr>
          <a:xfrm>
            <a:off x="1471870" y="1064422"/>
            <a:ext cx="49634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>
                <a:solidFill>
                  <a:srgbClr val="CC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Parametric study result </a:t>
            </a:r>
            <a:endParaRPr lang="en-US" noProof="0" dirty="0">
              <a:solidFill>
                <a:srgbClr val="CC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BC85C9F-A194-58FF-F0A6-90761F635E7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99209" y="1940944"/>
            <a:ext cx="4624244" cy="2454753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329F94A2-C8AA-C646-EB84-C5A5A4D6B34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80556" y="2299732"/>
            <a:ext cx="6001998" cy="31510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972564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F57552-A40A-E7C5-014F-A9A17547B5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7">
            <a:extLst>
              <a:ext uri="{FF2B5EF4-FFF2-40B4-BE49-F238E27FC236}">
                <a16:creationId xmlns:a16="http://schemas.microsoft.com/office/drawing/2014/main" id="{1C580180-3AE5-9AA0-BA1A-90FC49FA66AE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470" b="15347"/>
          <a:stretch>
            <a:fillRect/>
          </a:stretch>
        </p:blipFill>
        <p:spPr bwMode="auto">
          <a:xfrm>
            <a:off x="0" y="919959"/>
            <a:ext cx="12192000" cy="53887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Rectangle 2">
            <a:extLst>
              <a:ext uri="{FF2B5EF4-FFF2-40B4-BE49-F238E27FC236}">
                <a16:creationId xmlns:a16="http://schemas.microsoft.com/office/drawing/2014/main" id="{05472DA4-1CE0-BE24-7F5D-8F5163EB286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9320" y="221898"/>
            <a:ext cx="11699914" cy="4801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2800" b="1" noProof="0" dirty="0">
                <a:solidFill>
                  <a:srgbClr val="CC0000"/>
                </a:solidFill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1. Design steel column : </a:t>
            </a:r>
            <a:r>
              <a:rPr lang="en-US" sz="2800" b="1" dirty="0">
                <a:solidFill>
                  <a:srgbClr val="CC0000"/>
                </a:solidFill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hot rolled</a:t>
            </a:r>
            <a:r>
              <a:rPr lang="en-US" sz="2800" b="1" noProof="0" dirty="0">
                <a:solidFill>
                  <a:srgbClr val="CC0000"/>
                </a:solidFill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 sections</a:t>
            </a:r>
          </a:p>
        </p:txBody>
      </p:sp>
      <p:sp>
        <p:nvSpPr>
          <p:cNvPr id="12" name="Rectangle 6">
            <a:extLst>
              <a:ext uri="{FF2B5EF4-FFF2-40B4-BE49-F238E27FC236}">
                <a16:creationId xmlns:a16="http://schemas.microsoft.com/office/drawing/2014/main" id="{A1D67578-3C61-4486-02A1-BB5E4217278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11154558" y="6396932"/>
            <a:ext cx="881754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>
            <a:lvl1pPr algn="r">
              <a:defRPr sz="1200" smtClean="0">
                <a:latin typeface="Verdana" panose="020B0604030504040204" pitchFamily="34" charset="0"/>
              </a:defRPr>
            </a:lvl1pPr>
          </a:lstStyle>
          <a:p>
            <a:pPr>
              <a:defRPr/>
            </a:pPr>
            <a:r>
              <a:rPr lang="en-US" sz="1400" noProof="0" dirty="0">
                <a:solidFill>
                  <a:schemeClr val="bg2">
                    <a:lumMod val="9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</p:txBody>
      </p:sp>
      <p:cxnSp>
        <p:nvCxnSpPr>
          <p:cNvPr id="15" name="Straight Connector 4">
            <a:extLst>
              <a:ext uri="{FF2B5EF4-FFF2-40B4-BE49-F238E27FC236}">
                <a16:creationId xmlns:a16="http://schemas.microsoft.com/office/drawing/2014/main" id="{1017E97B-EAFE-36E7-4420-56BE40C00CC4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0" y="919959"/>
            <a:ext cx="12192000" cy="0"/>
          </a:xfrm>
          <a:prstGeom prst="line">
            <a:avLst/>
          </a:prstGeom>
          <a:noFill/>
          <a:ln w="15875" algn="ctr">
            <a:solidFill>
              <a:srgbClr val="CC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3" name="Text Box 8">
            <a:extLst>
              <a:ext uri="{FF2B5EF4-FFF2-40B4-BE49-F238E27FC236}">
                <a16:creationId xmlns:a16="http://schemas.microsoft.com/office/drawing/2014/main" id="{0BE3380D-6348-78C5-B067-A0B340CA8E0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89817" y="6453188"/>
            <a:ext cx="1257300" cy="184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ctr" anchorCtr="0">
            <a:spAutoFit/>
          </a:bodyPr>
          <a:lstStyle>
            <a:lvl1pPr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en-US" sz="1200" noProof="0" dirty="0">
                <a:latin typeface="Verdana" panose="020B0604030504040204" pitchFamily="34" charset="0"/>
              </a:rPr>
              <a:t>www.ulaval.ca</a:t>
            </a:r>
          </a:p>
        </p:txBody>
      </p:sp>
      <p:pic>
        <p:nvPicPr>
          <p:cNvPr id="14" name="Picture 2">
            <a:extLst>
              <a:ext uri="{FF2B5EF4-FFF2-40B4-BE49-F238E27FC236}">
                <a16:creationId xmlns:a16="http://schemas.microsoft.com/office/drawing/2014/main" id="{644E5B55-A63A-375D-2C0E-23C884A8D88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7392" y="6240463"/>
            <a:ext cx="1449388" cy="6016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Espace réservé du pied de page 2">
            <a:extLst>
              <a:ext uri="{FF2B5EF4-FFF2-40B4-BE49-F238E27FC236}">
                <a16:creationId xmlns:a16="http://schemas.microsoft.com/office/drawing/2014/main" id="{F806345F-A307-EFE0-E40B-EA310A5082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503364" y="6385024"/>
            <a:ext cx="8086381" cy="307777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algn="just"/>
            <a:r>
              <a:rPr lang="en-US" sz="1400" noProof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Aluminum I-Beams - FRQNT, Mar 26, 2025 – </a:t>
            </a:r>
            <a:r>
              <a:rPr lang="en-US" sz="1400" noProof="0" dirty="0">
                <a:solidFill>
                  <a:schemeClr val="tx1"/>
                </a:solidFill>
              </a:rPr>
              <a:t>Kokou ATTIOGBE</a:t>
            </a:r>
            <a:endParaRPr lang="en-US" sz="1400" noProof="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D4BF451D-AEA6-8697-834B-B856A6F7340D}"/>
                  </a:ext>
                </a:extLst>
              </p14:cNvPr>
              <p14:cNvContentPartPr/>
              <p14:nvPr/>
            </p14:nvContentPartPr>
            <p14:xfrm>
              <a:off x="258990" y="2219115"/>
              <a:ext cx="7920" cy="432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D4BF451D-AEA6-8697-834B-B856A6F7340D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252870" y="2212995"/>
                <a:ext cx="20160" cy="16560"/>
              </a:xfrm>
              <a:prstGeom prst="rect">
                <a:avLst/>
              </a:prstGeom>
            </p:spPr>
          </p:pic>
        </mc:Fallback>
      </mc:AlternateContent>
      <p:sp>
        <p:nvSpPr>
          <p:cNvPr id="6" name="TextBox 5">
            <a:extLst>
              <a:ext uri="{FF2B5EF4-FFF2-40B4-BE49-F238E27FC236}">
                <a16:creationId xmlns:a16="http://schemas.microsoft.com/office/drawing/2014/main" id="{459AF6BE-D967-9359-F948-AF2603202BC5}"/>
              </a:ext>
            </a:extLst>
          </p:cNvPr>
          <p:cNvSpPr txBox="1"/>
          <p:nvPr/>
        </p:nvSpPr>
        <p:spPr>
          <a:xfrm>
            <a:off x="1471870" y="1064422"/>
            <a:ext cx="55586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>
                <a:solidFill>
                  <a:srgbClr val="CC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Parametric study result </a:t>
            </a:r>
            <a:r>
              <a:rPr lang="en-US" noProof="0" dirty="0">
                <a:solidFill>
                  <a:srgbClr val="CC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dirty="0"/>
              <a:t>Hot rolled sections ‘S2’</a:t>
            </a:r>
          </a:p>
        </p:txBody>
      </p:sp>
      <p:graphicFrame>
        <p:nvGraphicFramePr>
          <p:cNvPr id="3" name="Chart 2">
            <a:extLst>
              <a:ext uri="{FF2B5EF4-FFF2-40B4-BE49-F238E27FC236}">
                <a16:creationId xmlns:a16="http://schemas.microsoft.com/office/drawing/2014/main" id="{B79FDF5B-08F6-44EA-B8C1-97BB670C422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584290115"/>
              </p:ext>
            </p:extLst>
          </p:nvPr>
        </p:nvGraphicFramePr>
        <p:xfrm>
          <a:off x="1624102" y="1510052"/>
          <a:ext cx="8158959" cy="425249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</p:spTree>
    <p:extLst>
      <p:ext uri="{BB962C8B-B14F-4D97-AF65-F5344CB8AC3E}">
        <p14:creationId xmlns:p14="http://schemas.microsoft.com/office/powerpoint/2010/main" val="332225486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7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470" b="15347"/>
          <a:stretch>
            <a:fillRect/>
          </a:stretch>
        </p:blipFill>
        <p:spPr bwMode="auto">
          <a:xfrm>
            <a:off x="0" y="919959"/>
            <a:ext cx="12192000" cy="53887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" name="Rectangle 6"/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11154558" y="6396932"/>
            <a:ext cx="881754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>
            <a:lvl1pPr algn="r">
              <a:defRPr sz="1200" smtClean="0">
                <a:latin typeface="Verdana" panose="020B0604030504040204" pitchFamily="34" charset="0"/>
              </a:defRPr>
            </a:lvl1pPr>
          </a:lstStyle>
          <a:p>
            <a:pPr>
              <a:defRPr/>
            </a:pPr>
            <a:fld id="{A5EC12A7-8014-40D7-B24E-172C7E589859}" type="slidenum">
              <a:rPr lang="en-US" sz="1400" noProof="0" smtClean="0">
                <a:solidFill>
                  <a:schemeClr val="accent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36</a:t>
            </a:fld>
            <a:endParaRPr lang="en-US" sz="1400" noProof="0" dirty="0">
              <a:solidFill>
                <a:schemeClr val="accent3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Box 8"/>
          <p:cNvSpPr txBox="1">
            <a:spLocks noChangeArrowheads="1"/>
          </p:cNvSpPr>
          <p:nvPr/>
        </p:nvSpPr>
        <p:spPr bwMode="auto">
          <a:xfrm>
            <a:off x="1889817" y="6453188"/>
            <a:ext cx="1257300" cy="184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ctr" anchorCtr="0">
            <a:spAutoFit/>
          </a:bodyPr>
          <a:lstStyle>
            <a:lvl1pPr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en-US" sz="1200" noProof="0" dirty="0">
                <a:latin typeface="Verdana" panose="020B0604030504040204" pitchFamily="34" charset="0"/>
              </a:rPr>
              <a:t>www.ulaval.ca</a:t>
            </a:r>
          </a:p>
        </p:txBody>
      </p:sp>
      <p:pic>
        <p:nvPicPr>
          <p:cNvPr id="14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7392" y="6240463"/>
            <a:ext cx="1449388" cy="6016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15" name="Straight Connector 4"/>
          <p:cNvCxnSpPr>
            <a:cxnSpLocks noChangeShapeType="1"/>
          </p:cNvCxnSpPr>
          <p:nvPr/>
        </p:nvCxnSpPr>
        <p:spPr bwMode="auto">
          <a:xfrm>
            <a:off x="0" y="919959"/>
            <a:ext cx="12192000" cy="0"/>
          </a:xfrm>
          <a:prstGeom prst="line">
            <a:avLst/>
          </a:prstGeom>
          <a:noFill/>
          <a:ln w="15875" algn="ctr">
            <a:solidFill>
              <a:srgbClr val="CC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" name="Rectangle 2">
            <a:extLst>
              <a:ext uri="{FF2B5EF4-FFF2-40B4-BE49-F238E27FC236}">
                <a16:creationId xmlns:a16="http://schemas.microsoft.com/office/drawing/2014/main" id="{850404D9-D82A-8B78-83DB-3446171CAE2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6043" y="2948869"/>
            <a:ext cx="11699914" cy="4801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b="1" noProof="0" dirty="0">
                <a:solidFill>
                  <a:srgbClr val="CC0000"/>
                </a:solidFill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Thanks for your attention – Any questions?</a:t>
            </a:r>
          </a:p>
        </p:txBody>
      </p:sp>
    </p:spTree>
    <p:extLst>
      <p:ext uri="{BB962C8B-B14F-4D97-AF65-F5344CB8AC3E}">
        <p14:creationId xmlns:p14="http://schemas.microsoft.com/office/powerpoint/2010/main" val="2807690479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Thème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kokou_font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Thèm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F36C0F160F22147AA3E45EE3F141DB5" ma:contentTypeVersion="4" ma:contentTypeDescription="Crée un document." ma:contentTypeScope="" ma:versionID="4b744ec87e05f1db0606869b1bddd31a">
  <xsd:schema xmlns:xsd="http://www.w3.org/2001/XMLSchema" xmlns:xs="http://www.w3.org/2001/XMLSchema" xmlns:p="http://schemas.microsoft.com/office/2006/metadata/properties" xmlns:ns2="4e94d00e-f0a4-4ef9-a5a4-e817f44a32f3" targetNamespace="http://schemas.microsoft.com/office/2006/metadata/properties" ma:root="true" ma:fieldsID="277bce8d59c22033ba190cf5f8e3d49e" ns2:_="">
    <xsd:import namespace="4e94d00e-f0a4-4ef9-a5a4-e817f44a32f3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e94d00e-f0a4-4ef9-a5a4-e817f44a32f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e de contenu"/>
        <xsd:element ref="dc:title" minOccurs="0" maxOccurs="1" ma:index="4" ma:displayName="Titr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049A8EC2-5E26-4477-826B-799AE2419804}">
  <ds:schemaRefs>
    <ds:schemaRef ds:uri="http://schemas.openxmlformats.org/package/2006/metadata/core-properties"/>
    <ds:schemaRef ds:uri="http://purl.org/dc/terms/"/>
    <ds:schemaRef ds:uri="http://schemas.microsoft.com/office/2006/documentManagement/types"/>
    <ds:schemaRef ds:uri="http://schemas.microsoft.com/office/infopath/2007/PartnerControls"/>
    <ds:schemaRef ds:uri="http://purl.org/dc/elements/1.1/"/>
    <ds:schemaRef ds:uri="http://schemas.microsoft.com/office/2006/metadata/properties"/>
    <ds:schemaRef ds:uri="http://purl.org/dc/dcmitype/"/>
    <ds:schemaRef ds:uri="http://www.w3.org/XML/1998/namespace"/>
    <ds:schemaRef ds:uri="4e94d00e-f0a4-4ef9-a5a4-e817f44a32f3"/>
  </ds:schemaRefs>
</ds:datastoreItem>
</file>

<file path=customXml/itemProps2.xml><?xml version="1.0" encoding="utf-8"?>
<ds:datastoreItem xmlns:ds="http://schemas.openxmlformats.org/officeDocument/2006/customXml" ds:itemID="{0D80A570-169F-4027-B239-3917BD281C9F}">
  <ds:schemaRefs>
    <ds:schemaRef ds:uri="4e94d00e-f0a4-4ef9-a5a4-e817f44a32f3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A3AC5B6E-67A7-490F-8F15-3273B9285F26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151401</TotalTime>
  <Words>3448</Words>
  <Application>Microsoft Office PowerPoint</Application>
  <PresentationFormat>Widescreen</PresentationFormat>
  <Paragraphs>781</Paragraphs>
  <Slides>36</Slides>
  <Notes>35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36</vt:i4>
      </vt:variant>
    </vt:vector>
  </HeadingPairs>
  <TitlesOfParts>
    <vt:vector size="44" baseType="lpstr">
      <vt:lpstr>Aptos</vt:lpstr>
      <vt:lpstr>Aptos Narrow</vt:lpstr>
      <vt:lpstr>Arial</vt:lpstr>
      <vt:lpstr>Calibri</vt:lpstr>
      <vt:lpstr>Times New Roman</vt:lpstr>
      <vt:lpstr>Verdana</vt:lpstr>
      <vt:lpstr>Wingdings</vt:lpstr>
      <vt:lpstr>Thème Office</vt:lpstr>
      <vt:lpstr>BEHAVIOUR AND DESIGN OF WELDED STEEL AND ALUMINIUM I-BEAMS AND BEAM-COLUMNS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Cliquez et modifiez le titre</dc:title>
  <dc:creator>Nicolas Boissonnade</dc:creator>
  <cp:lastModifiedBy>Kokou Evignon Attiogbe</cp:lastModifiedBy>
  <cp:revision>24</cp:revision>
  <dcterms:created xsi:type="dcterms:W3CDTF">2016-06-19T13:08:17Z</dcterms:created>
  <dcterms:modified xsi:type="dcterms:W3CDTF">2026-08-03T17:00:18Z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0x010100DF36C0F160F22147AA3E45EE3F141DB5</vt:lpwstr>
  </property>
</Properties>
</file>